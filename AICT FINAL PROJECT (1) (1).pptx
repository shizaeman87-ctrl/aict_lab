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7" r:id="rId1"/>
  </p:sld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76" autoAdjust="0"/>
    <p:restoredTop sz="94660"/>
  </p:normalViewPr>
  <p:slideViewPr>
    <p:cSldViewPr snapToGrid="0">
      <p:cViewPr>
        <p:scale>
          <a:sx n="75" d="100"/>
          <a:sy n="75" d="100"/>
        </p:scale>
        <p:origin x="-696" y="-3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13189-D2D7-4CF8-A9A2-DD33373FAEEE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E7963-D393-4C67-9665-BD90323C0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234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13189-D2D7-4CF8-A9A2-DD33373FAEEE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E7963-D393-4C67-9665-BD90323C0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128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13189-D2D7-4CF8-A9A2-DD33373FAEEE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E7963-D393-4C67-9665-BD90323C0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224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13189-D2D7-4CF8-A9A2-DD33373FAEEE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E7963-D393-4C67-9665-BD90323C0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477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13189-D2D7-4CF8-A9A2-DD33373FAEEE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E7963-D393-4C67-9665-BD90323C0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857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13189-D2D7-4CF8-A9A2-DD33373FAEEE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E7963-D393-4C67-9665-BD90323C0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05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13189-D2D7-4CF8-A9A2-DD33373FAEEE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E7963-D393-4C67-9665-BD90323C0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60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13189-D2D7-4CF8-A9A2-DD33373FAEEE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E7963-D393-4C67-9665-BD90323C0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215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13189-D2D7-4CF8-A9A2-DD33373FAEEE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E7963-D393-4C67-9665-BD90323C0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046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13189-D2D7-4CF8-A9A2-DD33373FAEEE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E7963-D393-4C67-9665-BD90323C0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850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13189-D2D7-4CF8-A9A2-DD33373FAEEE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E7963-D393-4C67-9665-BD90323C0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871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13189-D2D7-4CF8-A9A2-DD33373FAEEE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E7963-D393-4C67-9665-BD90323C0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973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39" r:id="rId2"/>
    <p:sldLayoutId id="2147484040" r:id="rId3"/>
    <p:sldLayoutId id="2147484041" r:id="rId4"/>
    <p:sldLayoutId id="2147484042" r:id="rId5"/>
    <p:sldLayoutId id="2147484043" r:id="rId6"/>
    <p:sldLayoutId id="2147484044" r:id="rId7"/>
    <p:sldLayoutId id="2147484045" r:id="rId8"/>
    <p:sldLayoutId id="2147484046" r:id="rId9"/>
    <p:sldLayoutId id="2147484047" r:id="rId10"/>
    <p:sldLayoutId id="214748404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" b="57"/>
          <a:stretch/>
        </p:blipFill>
        <p:spPr>
          <a:xfrm>
            <a:off x="-115528" y="24172"/>
            <a:ext cx="12192629" cy="685835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6" b="7796"/>
          <a:stretch/>
        </p:blipFill>
        <p:spPr>
          <a:xfrm>
            <a:off x="12805604" y="12086"/>
            <a:ext cx="12213485" cy="6870086"/>
          </a:xfrm>
          <a:prstGeom prst="rect">
            <a:avLst/>
          </a:prstGeom>
        </p:spPr>
      </p:pic>
      <p:sp>
        <p:nvSpPr>
          <p:cNvPr id="7" name="Freeform 6"/>
          <p:cNvSpPr/>
          <p:nvPr/>
        </p:nvSpPr>
        <p:spPr>
          <a:xfrm>
            <a:off x="-115528" y="24172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7731129" y="4279837"/>
                </a:moveTo>
                <a:lnTo>
                  <a:pt x="7731254" y="4279837"/>
                </a:lnTo>
                <a:lnTo>
                  <a:pt x="7759634" y="4360832"/>
                </a:lnTo>
                <a:lnTo>
                  <a:pt x="7703126" y="4360832"/>
                </a:lnTo>
                <a:close/>
                <a:moveTo>
                  <a:pt x="5386542" y="4276069"/>
                </a:moveTo>
                <a:lnTo>
                  <a:pt x="5404750" y="4276069"/>
                </a:lnTo>
                <a:cubicBezTo>
                  <a:pt x="5409019" y="4276069"/>
                  <a:pt x="5412473" y="4276195"/>
                  <a:pt x="5415110" y="4276446"/>
                </a:cubicBezTo>
                <a:cubicBezTo>
                  <a:pt x="5417747" y="4276697"/>
                  <a:pt x="5420112" y="4277116"/>
                  <a:pt x="5422204" y="4277702"/>
                </a:cubicBezTo>
                <a:cubicBezTo>
                  <a:pt x="5428902" y="4279627"/>
                  <a:pt x="5433674" y="4282788"/>
                  <a:pt x="5436520" y="4287183"/>
                </a:cubicBezTo>
                <a:cubicBezTo>
                  <a:pt x="5439366" y="4291578"/>
                  <a:pt x="5440790" y="4296956"/>
                  <a:pt x="5440790" y="4303319"/>
                </a:cubicBezTo>
                <a:cubicBezTo>
                  <a:pt x="5440790" y="4307253"/>
                  <a:pt x="5440141" y="4310895"/>
                  <a:pt x="5438844" y="4314244"/>
                </a:cubicBezTo>
                <a:cubicBezTo>
                  <a:pt x="5437545" y="4317592"/>
                  <a:pt x="5435515" y="4320501"/>
                  <a:pt x="5432753" y="4322971"/>
                </a:cubicBezTo>
                <a:cubicBezTo>
                  <a:pt x="5429990" y="4325441"/>
                  <a:pt x="5426537" y="4327366"/>
                  <a:pt x="5422393" y="4328747"/>
                </a:cubicBezTo>
                <a:cubicBezTo>
                  <a:pt x="5418249" y="4330129"/>
                  <a:pt x="5413331" y="4330819"/>
                  <a:pt x="5407638" y="4330819"/>
                </a:cubicBezTo>
                <a:lnTo>
                  <a:pt x="5386542" y="4330819"/>
                </a:lnTo>
                <a:close/>
                <a:moveTo>
                  <a:pt x="4996017" y="4276069"/>
                </a:moveTo>
                <a:lnTo>
                  <a:pt x="5015983" y="4276069"/>
                </a:lnTo>
                <a:cubicBezTo>
                  <a:pt x="5019666" y="4276069"/>
                  <a:pt x="5023454" y="4276362"/>
                  <a:pt x="5027347" y="4276948"/>
                </a:cubicBezTo>
                <a:cubicBezTo>
                  <a:pt x="5031240" y="4277534"/>
                  <a:pt x="5035007" y="4278916"/>
                  <a:pt x="5038649" y="4281092"/>
                </a:cubicBezTo>
                <a:cubicBezTo>
                  <a:pt x="5042291" y="4283269"/>
                  <a:pt x="5045346" y="4286576"/>
                  <a:pt x="5047816" y="4291013"/>
                </a:cubicBezTo>
                <a:cubicBezTo>
                  <a:pt x="5050285" y="4295450"/>
                  <a:pt x="5051521" y="4300975"/>
                  <a:pt x="5051521" y="4307588"/>
                </a:cubicBezTo>
                <a:cubicBezTo>
                  <a:pt x="5051521" y="4312444"/>
                  <a:pt x="5050767" y="4316944"/>
                  <a:pt x="5049260" y="4321087"/>
                </a:cubicBezTo>
                <a:cubicBezTo>
                  <a:pt x="5047753" y="4325231"/>
                  <a:pt x="5045535" y="4328789"/>
                  <a:pt x="5042604" y="4331761"/>
                </a:cubicBezTo>
                <a:cubicBezTo>
                  <a:pt x="5039674" y="4334733"/>
                  <a:pt x="5036054" y="4337056"/>
                  <a:pt x="5031742" y="4338731"/>
                </a:cubicBezTo>
                <a:cubicBezTo>
                  <a:pt x="5027431" y="4340405"/>
                  <a:pt x="5022010" y="4341242"/>
                  <a:pt x="5015480" y="4341242"/>
                </a:cubicBezTo>
                <a:lnTo>
                  <a:pt x="4996017" y="4341242"/>
                </a:lnTo>
                <a:close/>
                <a:moveTo>
                  <a:pt x="4300692" y="4276069"/>
                </a:moveTo>
                <a:lnTo>
                  <a:pt x="4318900" y="4276069"/>
                </a:lnTo>
                <a:cubicBezTo>
                  <a:pt x="4323169" y="4276069"/>
                  <a:pt x="4326623" y="4276195"/>
                  <a:pt x="4329260" y="4276446"/>
                </a:cubicBezTo>
                <a:cubicBezTo>
                  <a:pt x="4331897" y="4276697"/>
                  <a:pt x="4334262" y="4277116"/>
                  <a:pt x="4336355" y="4277702"/>
                </a:cubicBezTo>
                <a:cubicBezTo>
                  <a:pt x="4343052" y="4279627"/>
                  <a:pt x="4347824" y="4282788"/>
                  <a:pt x="4350670" y="4287183"/>
                </a:cubicBezTo>
                <a:cubicBezTo>
                  <a:pt x="4353516" y="4291578"/>
                  <a:pt x="4354940" y="4296956"/>
                  <a:pt x="4354940" y="4303319"/>
                </a:cubicBezTo>
                <a:cubicBezTo>
                  <a:pt x="4354940" y="4307253"/>
                  <a:pt x="4354291" y="4310895"/>
                  <a:pt x="4352993" y="4314244"/>
                </a:cubicBezTo>
                <a:cubicBezTo>
                  <a:pt x="4351696" y="4317592"/>
                  <a:pt x="4349665" y="4320501"/>
                  <a:pt x="4346903" y="4322971"/>
                </a:cubicBezTo>
                <a:cubicBezTo>
                  <a:pt x="4344140" y="4325441"/>
                  <a:pt x="4340687" y="4327366"/>
                  <a:pt x="4336543" y="4328747"/>
                </a:cubicBezTo>
                <a:cubicBezTo>
                  <a:pt x="4332399" y="4330129"/>
                  <a:pt x="4327481" y="4330819"/>
                  <a:pt x="4321788" y="4330819"/>
                </a:cubicBezTo>
                <a:lnTo>
                  <a:pt x="4300692" y="4330819"/>
                </a:lnTo>
                <a:close/>
                <a:moveTo>
                  <a:pt x="8819696" y="4274311"/>
                </a:moveTo>
                <a:cubicBezTo>
                  <a:pt x="8829061" y="4274311"/>
                  <a:pt x="8836920" y="4275944"/>
                  <a:pt x="8843274" y="4279209"/>
                </a:cubicBezTo>
                <a:cubicBezTo>
                  <a:pt x="8849628" y="4282474"/>
                  <a:pt x="8854708" y="4287015"/>
                  <a:pt x="8858512" y="4292833"/>
                </a:cubicBezTo>
                <a:cubicBezTo>
                  <a:pt x="8862316" y="4298652"/>
                  <a:pt x="8865034" y="4305516"/>
                  <a:pt x="8866664" y="4313427"/>
                </a:cubicBezTo>
                <a:cubicBezTo>
                  <a:pt x="8868295" y="4321339"/>
                  <a:pt x="8869110" y="4329899"/>
                  <a:pt x="8869110" y="4339107"/>
                </a:cubicBezTo>
                <a:cubicBezTo>
                  <a:pt x="8869110" y="4347897"/>
                  <a:pt x="8868274" y="4356227"/>
                  <a:pt x="8866602" y="4364096"/>
                </a:cubicBezTo>
                <a:cubicBezTo>
                  <a:pt x="8864930" y="4371966"/>
                  <a:pt x="8862128" y="4378893"/>
                  <a:pt x="8858199" y="4384879"/>
                </a:cubicBezTo>
                <a:cubicBezTo>
                  <a:pt x="8854269" y="4390865"/>
                  <a:pt x="8849086" y="4395615"/>
                  <a:pt x="8842647" y="4399132"/>
                </a:cubicBezTo>
                <a:cubicBezTo>
                  <a:pt x="8836209" y="4402648"/>
                  <a:pt x="8828266" y="4404406"/>
                  <a:pt x="8818818" y="4404406"/>
                </a:cubicBezTo>
                <a:cubicBezTo>
                  <a:pt x="8809288" y="4404406"/>
                  <a:pt x="8801366" y="4402794"/>
                  <a:pt x="8795053" y="4399571"/>
                </a:cubicBezTo>
                <a:cubicBezTo>
                  <a:pt x="8788740" y="4396348"/>
                  <a:pt x="8783702" y="4391827"/>
                  <a:pt x="8779940" y="4386009"/>
                </a:cubicBezTo>
                <a:cubicBezTo>
                  <a:pt x="8776178" y="4380191"/>
                  <a:pt x="8773502" y="4373263"/>
                  <a:pt x="8771913" y="4365227"/>
                </a:cubicBezTo>
                <a:cubicBezTo>
                  <a:pt x="8770324" y="4357190"/>
                  <a:pt x="8769530" y="4348400"/>
                  <a:pt x="8769530" y="4338856"/>
                </a:cubicBezTo>
                <a:cubicBezTo>
                  <a:pt x="8769530" y="4330233"/>
                  <a:pt x="8770387" y="4322008"/>
                  <a:pt x="8772102" y="4314181"/>
                </a:cubicBezTo>
                <a:cubicBezTo>
                  <a:pt x="8773816" y="4306353"/>
                  <a:pt x="8776658" y="4299510"/>
                  <a:pt x="8780630" y="4293650"/>
                </a:cubicBezTo>
                <a:cubicBezTo>
                  <a:pt x="8784600" y="4287790"/>
                  <a:pt x="8789764" y="4283101"/>
                  <a:pt x="8796118" y="4279585"/>
                </a:cubicBezTo>
                <a:cubicBezTo>
                  <a:pt x="8802472" y="4276069"/>
                  <a:pt x="8810332" y="4274311"/>
                  <a:pt x="8819696" y="4274311"/>
                </a:cubicBezTo>
                <a:close/>
                <a:moveTo>
                  <a:pt x="3495222" y="4274311"/>
                </a:moveTo>
                <a:cubicBezTo>
                  <a:pt x="3504587" y="4274311"/>
                  <a:pt x="3512446" y="4275944"/>
                  <a:pt x="3518800" y="4279209"/>
                </a:cubicBezTo>
                <a:cubicBezTo>
                  <a:pt x="3525154" y="4282474"/>
                  <a:pt x="3530233" y="4287015"/>
                  <a:pt x="3534037" y="4292833"/>
                </a:cubicBezTo>
                <a:cubicBezTo>
                  <a:pt x="3537842" y="4298652"/>
                  <a:pt x="3540559" y="4305516"/>
                  <a:pt x="3542190" y="4313427"/>
                </a:cubicBezTo>
                <a:cubicBezTo>
                  <a:pt x="3543820" y="4321339"/>
                  <a:pt x="3544636" y="4329899"/>
                  <a:pt x="3544636" y="4339107"/>
                </a:cubicBezTo>
                <a:cubicBezTo>
                  <a:pt x="3544636" y="4347897"/>
                  <a:pt x="3543800" y="4356227"/>
                  <a:pt x="3542127" y="4364096"/>
                </a:cubicBezTo>
                <a:cubicBezTo>
                  <a:pt x="3540455" y="4371966"/>
                  <a:pt x="3537654" y="4378893"/>
                  <a:pt x="3533724" y="4384879"/>
                </a:cubicBezTo>
                <a:cubicBezTo>
                  <a:pt x="3529795" y="4390865"/>
                  <a:pt x="3524611" y="4395615"/>
                  <a:pt x="3518173" y="4399132"/>
                </a:cubicBezTo>
                <a:cubicBezTo>
                  <a:pt x="3511735" y="4402648"/>
                  <a:pt x="3503791" y="4404406"/>
                  <a:pt x="3494343" y="4404406"/>
                </a:cubicBezTo>
                <a:cubicBezTo>
                  <a:pt x="3484813" y="4404406"/>
                  <a:pt x="3476891" y="4402794"/>
                  <a:pt x="3470578" y="4399571"/>
                </a:cubicBezTo>
                <a:cubicBezTo>
                  <a:pt x="3464266" y="4396348"/>
                  <a:pt x="3459228" y="4391827"/>
                  <a:pt x="3455466" y="4386009"/>
                </a:cubicBezTo>
                <a:cubicBezTo>
                  <a:pt x="3451703" y="4380191"/>
                  <a:pt x="3449027" y="4373263"/>
                  <a:pt x="3447439" y="4365227"/>
                </a:cubicBezTo>
                <a:cubicBezTo>
                  <a:pt x="3445850" y="4357190"/>
                  <a:pt x="3445056" y="4348400"/>
                  <a:pt x="3445056" y="4338856"/>
                </a:cubicBezTo>
                <a:cubicBezTo>
                  <a:pt x="3445056" y="4330233"/>
                  <a:pt x="3445913" y="4322008"/>
                  <a:pt x="3447627" y="4314181"/>
                </a:cubicBezTo>
                <a:cubicBezTo>
                  <a:pt x="3449341" y="4306353"/>
                  <a:pt x="3452184" y="4299510"/>
                  <a:pt x="3456155" y="4293650"/>
                </a:cubicBezTo>
                <a:cubicBezTo>
                  <a:pt x="3460126" y="4287790"/>
                  <a:pt x="3465289" y="4283101"/>
                  <a:pt x="3471644" y="4279585"/>
                </a:cubicBezTo>
                <a:cubicBezTo>
                  <a:pt x="3477998" y="4276069"/>
                  <a:pt x="3485858" y="4274311"/>
                  <a:pt x="3495222" y="4274311"/>
                </a:cubicBezTo>
                <a:close/>
                <a:moveTo>
                  <a:pt x="2761797" y="4274311"/>
                </a:moveTo>
                <a:cubicBezTo>
                  <a:pt x="2771162" y="4274311"/>
                  <a:pt x="2779021" y="4275944"/>
                  <a:pt x="2785375" y="4279209"/>
                </a:cubicBezTo>
                <a:cubicBezTo>
                  <a:pt x="2791728" y="4282474"/>
                  <a:pt x="2796808" y="4287015"/>
                  <a:pt x="2800612" y="4292833"/>
                </a:cubicBezTo>
                <a:cubicBezTo>
                  <a:pt x="2804417" y="4298652"/>
                  <a:pt x="2807134" y="4305516"/>
                  <a:pt x="2808765" y="4313427"/>
                </a:cubicBezTo>
                <a:cubicBezTo>
                  <a:pt x="2810395" y="4321339"/>
                  <a:pt x="2811211" y="4329899"/>
                  <a:pt x="2811211" y="4339107"/>
                </a:cubicBezTo>
                <a:cubicBezTo>
                  <a:pt x="2811211" y="4347897"/>
                  <a:pt x="2810374" y="4356227"/>
                  <a:pt x="2808702" y="4364096"/>
                </a:cubicBezTo>
                <a:cubicBezTo>
                  <a:pt x="2807030" y="4371966"/>
                  <a:pt x="2804229" y="4378893"/>
                  <a:pt x="2800299" y="4384879"/>
                </a:cubicBezTo>
                <a:cubicBezTo>
                  <a:pt x="2796370" y="4390865"/>
                  <a:pt x="2791186" y="4395615"/>
                  <a:pt x="2784748" y="4399132"/>
                </a:cubicBezTo>
                <a:cubicBezTo>
                  <a:pt x="2778310" y="4402648"/>
                  <a:pt x="2770366" y="4404406"/>
                  <a:pt x="2760918" y="4404406"/>
                </a:cubicBezTo>
                <a:cubicBezTo>
                  <a:pt x="2751388" y="4404406"/>
                  <a:pt x="2743466" y="4402794"/>
                  <a:pt x="2737154" y="4399571"/>
                </a:cubicBezTo>
                <a:cubicBezTo>
                  <a:pt x="2730841" y="4396348"/>
                  <a:pt x="2725803" y="4391827"/>
                  <a:pt x="2722041" y="4386009"/>
                </a:cubicBezTo>
                <a:cubicBezTo>
                  <a:pt x="2718278" y="4380191"/>
                  <a:pt x="2715602" y="4373263"/>
                  <a:pt x="2714014" y="4365227"/>
                </a:cubicBezTo>
                <a:cubicBezTo>
                  <a:pt x="2712425" y="4357190"/>
                  <a:pt x="2711631" y="4348400"/>
                  <a:pt x="2711631" y="4338856"/>
                </a:cubicBezTo>
                <a:cubicBezTo>
                  <a:pt x="2711631" y="4330233"/>
                  <a:pt x="2712488" y="4322008"/>
                  <a:pt x="2714202" y="4314181"/>
                </a:cubicBezTo>
                <a:cubicBezTo>
                  <a:pt x="2715916" y="4306353"/>
                  <a:pt x="2718759" y="4299510"/>
                  <a:pt x="2722730" y="4293650"/>
                </a:cubicBezTo>
                <a:cubicBezTo>
                  <a:pt x="2726701" y="4287790"/>
                  <a:pt x="2731864" y="4283101"/>
                  <a:pt x="2738219" y="4279585"/>
                </a:cubicBezTo>
                <a:cubicBezTo>
                  <a:pt x="2744573" y="4276069"/>
                  <a:pt x="2752433" y="4274311"/>
                  <a:pt x="2761797" y="4274311"/>
                </a:cubicBezTo>
                <a:close/>
                <a:moveTo>
                  <a:pt x="8045072" y="4258238"/>
                </a:moveTo>
                <a:cubicBezTo>
                  <a:pt x="8044402" y="4258238"/>
                  <a:pt x="8043795" y="4258405"/>
                  <a:pt x="8043251" y="4258740"/>
                </a:cubicBezTo>
                <a:cubicBezTo>
                  <a:pt x="8042707" y="4259075"/>
                  <a:pt x="8042268" y="4259619"/>
                  <a:pt x="8041933" y="4260373"/>
                </a:cubicBezTo>
                <a:cubicBezTo>
                  <a:pt x="8041598" y="4261126"/>
                  <a:pt x="8041326" y="4262110"/>
                  <a:pt x="8041117" y="4263324"/>
                </a:cubicBezTo>
                <a:cubicBezTo>
                  <a:pt x="8040907" y="4264537"/>
                  <a:pt x="8040803" y="4265940"/>
                  <a:pt x="8040803" y="4267530"/>
                </a:cubicBezTo>
                <a:cubicBezTo>
                  <a:pt x="8040803" y="4269121"/>
                  <a:pt x="8040907" y="4270502"/>
                  <a:pt x="8041117" y="4271674"/>
                </a:cubicBezTo>
                <a:cubicBezTo>
                  <a:pt x="8041326" y="4272846"/>
                  <a:pt x="8041598" y="4273788"/>
                  <a:pt x="8041933" y="4274500"/>
                </a:cubicBezTo>
                <a:cubicBezTo>
                  <a:pt x="8042268" y="4275211"/>
                  <a:pt x="8042707" y="4275734"/>
                  <a:pt x="8043251" y="4276069"/>
                </a:cubicBezTo>
                <a:cubicBezTo>
                  <a:pt x="8043795" y="4276404"/>
                  <a:pt x="8044402" y="4276572"/>
                  <a:pt x="8045072" y="4276572"/>
                </a:cubicBezTo>
                <a:lnTo>
                  <a:pt x="8090781" y="4276572"/>
                </a:lnTo>
                <a:lnTo>
                  <a:pt x="8090781" y="4417465"/>
                </a:lnTo>
                <a:cubicBezTo>
                  <a:pt x="8090781" y="4418135"/>
                  <a:pt x="8090948" y="4418721"/>
                  <a:pt x="8091283" y="4419223"/>
                </a:cubicBezTo>
                <a:cubicBezTo>
                  <a:pt x="8091618" y="4419726"/>
                  <a:pt x="8092204" y="4420123"/>
                  <a:pt x="8093041" y="4420416"/>
                </a:cubicBezTo>
                <a:cubicBezTo>
                  <a:pt x="8093878" y="4420709"/>
                  <a:pt x="8095009" y="4420960"/>
                  <a:pt x="8096432" y="4421170"/>
                </a:cubicBezTo>
                <a:cubicBezTo>
                  <a:pt x="8097855" y="4421379"/>
                  <a:pt x="8099571" y="4421484"/>
                  <a:pt x="8101580" y="4421484"/>
                </a:cubicBezTo>
                <a:cubicBezTo>
                  <a:pt x="8103673" y="4421484"/>
                  <a:pt x="8105410" y="4421379"/>
                  <a:pt x="8106792" y="4421170"/>
                </a:cubicBezTo>
                <a:cubicBezTo>
                  <a:pt x="8108173" y="4420960"/>
                  <a:pt x="8109282" y="4420709"/>
                  <a:pt x="8110119" y="4420416"/>
                </a:cubicBezTo>
                <a:cubicBezTo>
                  <a:pt x="8110956" y="4420123"/>
                  <a:pt x="8111542" y="4419726"/>
                  <a:pt x="8111877" y="4419223"/>
                </a:cubicBezTo>
                <a:cubicBezTo>
                  <a:pt x="8112212" y="4418721"/>
                  <a:pt x="8112380" y="4418135"/>
                  <a:pt x="8112380" y="4417465"/>
                </a:cubicBezTo>
                <a:lnTo>
                  <a:pt x="8112380" y="4276572"/>
                </a:lnTo>
                <a:lnTo>
                  <a:pt x="8158088" y="4276572"/>
                </a:lnTo>
                <a:cubicBezTo>
                  <a:pt x="8158758" y="4276572"/>
                  <a:pt x="8159365" y="4276404"/>
                  <a:pt x="8159909" y="4276069"/>
                </a:cubicBezTo>
                <a:cubicBezTo>
                  <a:pt x="8160453" y="4275734"/>
                  <a:pt x="8160914" y="4275211"/>
                  <a:pt x="8161291" y="4274500"/>
                </a:cubicBezTo>
                <a:cubicBezTo>
                  <a:pt x="8161667" y="4273788"/>
                  <a:pt x="8161939" y="4272846"/>
                  <a:pt x="8162107" y="4271674"/>
                </a:cubicBezTo>
                <a:cubicBezTo>
                  <a:pt x="8162274" y="4270502"/>
                  <a:pt x="8162358" y="4269121"/>
                  <a:pt x="8162358" y="4267530"/>
                </a:cubicBezTo>
                <a:cubicBezTo>
                  <a:pt x="8162358" y="4265940"/>
                  <a:pt x="8162274" y="4264537"/>
                  <a:pt x="8162107" y="4263324"/>
                </a:cubicBezTo>
                <a:cubicBezTo>
                  <a:pt x="8161939" y="4262110"/>
                  <a:pt x="8161667" y="4261126"/>
                  <a:pt x="8161291" y="4260373"/>
                </a:cubicBezTo>
                <a:cubicBezTo>
                  <a:pt x="8160914" y="4259619"/>
                  <a:pt x="8160453" y="4259075"/>
                  <a:pt x="8159909" y="4258740"/>
                </a:cubicBezTo>
                <a:cubicBezTo>
                  <a:pt x="8159365" y="4258405"/>
                  <a:pt x="8158758" y="4258238"/>
                  <a:pt x="8158088" y="4258238"/>
                </a:cubicBezTo>
                <a:close/>
                <a:moveTo>
                  <a:pt x="7302122" y="4258238"/>
                </a:moveTo>
                <a:cubicBezTo>
                  <a:pt x="7301452" y="4258238"/>
                  <a:pt x="7300845" y="4258405"/>
                  <a:pt x="7300301" y="4258740"/>
                </a:cubicBezTo>
                <a:cubicBezTo>
                  <a:pt x="7299757" y="4259075"/>
                  <a:pt x="7299318" y="4259619"/>
                  <a:pt x="7298983" y="4260373"/>
                </a:cubicBezTo>
                <a:cubicBezTo>
                  <a:pt x="7298648" y="4261126"/>
                  <a:pt x="7298376" y="4262110"/>
                  <a:pt x="7298167" y="4263324"/>
                </a:cubicBezTo>
                <a:cubicBezTo>
                  <a:pt x="7297957" y="4264537"/>
                  <a:pt x="7297853" y="4265940"/>
                  <a:pt x="7297853" y="4267530"/>
                </a:cubicBezTo>
                <a:cubicBezTo>
                  <a:pt x="7297853" y="4269121"/>
                  <a:pt x="7297957" y="4270502"/>
                  <a:pt x="7298167" y="4271674"/>
                </a:cubicBezTo>
                <a:cubicBezTo>
                  <a:pt x="7298376" y="4272846"/>
                  <a:pt x="7298648" y="4273788"/>
                  <a:pt x="7298983" y="4274500"/>
                </a:cubicBezTo>
                <a:cubicBezTo>
                  <a:pt x="7299318" y="4275211"/>
                  <a:pt x="7299757" y="4275734"/>
                  <a:pt x="7300301" y="4276069"/>
                </a:cubicBezTo>
                <a:cubicBezTo>
                  <a:pt x="7300845" y="4276404"/>
                  <a:pt x="7301452" y="4276572"/>
                  <a:pt x="7302122" y="4276572"/>
                </a:cubicBezTo>
                <a:lnTo>
                  <a:pt x="7347831" y="4276572"/>
                </a:lnTo>
                <a:lnTo>
                  <a:pt x="7347831" y="4417465"/>
                </a:lnTo>
                <a:cubicBezTo>
                  <a:pt x="7347831" y="4418135"/>
                  <a:pt x="7347998" y="4418721"/>
                  <a:pt x="7348333" y="4419223"/>
                </a:cubicBezTo>
                <a:cubicBezTo>
                  <a:pt x="7348668" y="4419726"/>
                  <a:pt x="7349254" y="4420123"/>
                  <a:pt x="7350091" y="4420416"/>
                </a:cubicBezTo>
                <a:cubicBezTo>
                  <a:pt x="7350928" y="4420709"/>
                  <a:pt x="7352059" y="4420960"/>
                  <a:pt x="7353482" y="4421170"/>
                </a:cubicBezTo>
                <a:cubicBezTo>
                  <a:pt x="7354905" y="4421379"/>
                  <a:pt x="7356621" y="4421484"/>
                  <a:pt x="7358630" y="4421484"/>
                </a:cubicBezTo>
                <a:cubicBezTo>
                  <a:pt x="7360723" y="4421484"/>
                  <a:pt x="7362460" y="4421379"/>
                  <a:pt x="7363842" y="4421170"/>
                </a:cubicBezTo>
                <a:cubicBezTo>
                  <a:pt x="7365223" y="4420960"/>
                  <a:pt x="7366332" y="4420709"/>
                  <a:pt x="7367169" y="4420416"/>
                </a:cubicBezTo>
                <a:cubicBezTo>
                  <a:pt x="7368006" y="4420123"/>
                  <a:pt x="7368592" y="4419726"/>
                  <a:pt x="7368927" y="4419223"/>
                </a:cubicBezTo>
                <a:cubicBezTo>
                  <a:pt x="7369262" y="4418721"/>
                  <a:pt x="7369430" y="4418135"/>
                  <a:pt x="7369430" y="4417465"/>
                </a:cubicBezTo>
                <a:lnTo>
                  <a:pt x="7369430" y="4276572"/>
                </a:lnTo>
                <a:lnTo>
                  <a:pt x="7415138" y="4276572"/>
                </a:lnTo>
                <a:cubicBezTo>
                  <a:pt x="7415808" y="4276572"/>
                  <a:pt x="7416415" y="4276404"/>
                  <a:pt x="7416959" y="4276069"/>
                </a:cubicBezTo>
                <a:cubicBezTo>
                  <a:pt x="7417503" y="4275734"/>
                  <a:pt x="7417964" y="4275211"/>
                  <a:pt x="7418341" y="4274500"/>
                </a:cubicBezTo>
                <a:cubicBezTo>
                  <a:pt x="7418717" y="4273788"/>
                  <a:pt x="7418989" y="4272846"/>
                  <a:pt x="7419157" y="4271674"/>
                </a:cubicBezTo>
                <a:cubicBezTo>
                  <a:pt x="7419324" y="4270502"/>
                  <a:pt x="7419408" y="4269121"/>
                  <a:pt x="7419408" y="4267530"/>
                </a:cubicBezTo>
                <a:cubicBezTo>
                  <a:pt x="7419408" y="4265940"/>
                  <a:pt x="7419324" y="4264537"/>
                  <a:pt x="7419157" y="4263324"/>
                </a:cubicBezTo>
                <a:cubicBezTo>
                  <a:pt x="7418989" y="4262110"/>
                  <a:pt x="7418717" y="4261126"/>
                  <a:pt x="7418341" y="4260373"/>
                </a:cubicBezTo>
                <a:cubicBezTo>
                  <a:pt x="7417964" y="4259619"/>
                  <a:pt x="7417503" y="4259075"/>
                  <a:pt x="7416959" y="4258740"/>
                </a:cubicBezTo>
                <a:cubicBezTo>
                  <a:pt x="7416415" y="4258405"/>
                  <a:pt x="7415808" y="4258238"/>
                  <a:pt x="7415138" y="4258238"/>
                </a:cubicBezTo>
                <a:close/>
                <a:moveTo>
                  <a:pt x="6525505" y="4258238"/>
                </a:moveTo>
                <a:cubicBezTo>
                  <a:pt x="6523579" y="4258238"/>
                  <a:pt x="6521758" y="4258887"/>
                  <a:pt x="6520043" y="4260184"/>
                </a:cubicBezTo>
                <a:cubicBezTo>
                  <a:pt x="6518326" y="4261482"/>
                  <a:pt x="6517468" y="4263763"/>
                  <a:pt x="6517468" y="4267028"/>
                </a:cubicBezTo>
                <a:lnTo>
                  <a:pt x="6517468" y="4411940"/>
                </a:lnTo>
                <a:cubicBezTo>
                  <a:pt x="6517468" y="4415205"/>
                  <a:pt x="6518326" y="4417486"/>
                  <a:pt x="6520043" y="4418784"/>
                </a:cubicBezTo>
                <a:cubicBezTo>
                  <a:pt x="6521758" y="4420081"/>
                  <a:pt x="6523579" y="4420730"/>
                  <a:pt x="6525505" y="4420730"/>
                </a:cubicBezTo>
                <a:lnTo>
                  <a:pt x="6603486" y="4420730"/>
                </a:lnTo>
                <a:cubicBezTo>
                  <a:pt x="6604156" y="4420730"/>
                  <a:pt x="6604763" y="4420563"/>
                  <a:pt x="6605307" y="4420228"/>
                </a:cubicBezTo>
                <a:cubicBezTo>
                  <a:pt x="6605851" y="4419893"/>
                  <a:pt x="6606332" y="4419349"/>
                  <a:pt x="6606751" y="4418595"/>
                </a:cubicBezTo>
                <a:cubicBezTo>
                  <a:pt x="6607169" y="4417842"/>
                  <a:pt x="6607462" y="4416900"/>
                  <a:pt x="6607630" y="4415770"/>
                </a:cubicBezTo>
                <a:cubicBezTo>
                  <a:pt x="6607797" y="4414640"/>
                  <a:pt x="6607881" y="4413321"/>
                  <a:pt x="6607881" y="4411814"/>
                </a:cubicBezTo>
                <a:cubicBezTo>
                  <a:pt x="6607881" y="4410140"/>
                  <a:pt x="6607797" y="4408738"/>
                  <a:pt x="6607630" y="4407608"/>
                </a:cubicBezTo>
                <a:cubicBezTo>
                  <a:pt x="6607462" y="4406478"/>
                  <a:pt x="6607169" y="4405557"/>
                  <a:pt x="6606751" y="4404845"/>
                </a:cubicBezTo>
                <a:cubicBezTo>
                  <a:pt x="6606332" y="4404134"/>
                  <a:pt x="6605851" y="4403610"/>
                  <a:pt x="6605307" y="4403275"/>
                </a:cubicBezTo>
                <a:cubicBezTo>
                  <a:pt x="6604763" y="4402941"/>
                  <a:pt x="6604156" y="4402773"/>
                  <a:pt x="6603486" y="4402773"/>
                </a:cubicBezTo>
                <a:lnTo>
                  <a:pt x="6539067" y="4402773"/>
                </a:lnTo>
                <a:lnTo>
                  <a:pt x="6539067" y="4344633"/>
                </a:lnTo>
                <a:lnTo>
                  <a:pt x="6593566" y="4344633"/>
                </a:lnTo>
                <a:cubicBezTo>
                  <a:pt x="6594235" y="4344633"/>
                  <a:pt x="6594842" y="4344486"/>
                  <a:pt x="6595387" y="4344193"/>
                </a:cubicBezTo>
                <a:cubicBezTo>
                  <a:pt x="6595931" y="4343900"/>
                  <a:pt x="6596391" y="4343419"/>
                  <a:pt x="6596768" y="4342749"/>
                </a:cubicBezTo>
                <a:cubicBezTo>
                  <a:pt x="6597145" y="4342079"/>
                  <a:pt x="6597417" y="4341200"/>
                  <a:pt x="6597584" y="4340112"/>
                </a:cubicBezTo>
                <a:cubicBezTo>
                  <a:pt x="6597751" y="4339024"/>
                  <a:pt x="6597835" y="4337726"/>
                  <a:pt x="6597835" y="4336219"/>
                </a:cubicBezTo>
                <a:cubicBezTo>
                  <a:pt x="6597835" y="4334629"/>
                  <a:pt x="6597751" y="4333247"/>
                  <a:pt x="6597584" y="4332075"/>
                </a:cubicBezTo>
                <a:cubicBezTo>
                  <a:pt x="6597417" y="4330903"/>
                  <a:pt x="6597145" y="4329982"/>
                  <a:pt x="6596768" y="4329313"/>
                </a:cubicBezTo>
                <a:cubicBezTo>
                  <a:pt x="6596391" y="4328643"/>
                  <a:pt x="6595931" y="4328120"/>
                  <a:pt x="6595387" y="4327743"/>
                </a:cubicBezTo>
                <a:cubicBezTo>
                  <a:pt x="6594842" y="4327366"/>
                  <a:pt x="6594235" y="4327178"/>
                  <a:pt x="6593566" y="4327178"/>
                </a:cubicBezTo>
                <a:lnTo>
                  <a:pt x="6539067" y="4327178"/>
                </a:lnTo>
                <a:lnTo>
                  <a:pt x="6539067" y="4276195"/>
                </a:lnTo>
                <a:lnTo>
                  <a:pt x="6602607" y="4276195"/>
                </a:lnTo>
                <a:cubicBezTo>
                  <a:pt x="6603277" y="4276195"/>
                  <a:pt x="6603884" y="4276027"/>
                  <a:pt x="6604428" y="4275693"/>
                </a:cubicBezTo>
                <a:cubicBezTo>
                  <a:pt x="6604972" y="4275358"/>
                  <a:pt x="6605411" y="4274834"/>
                  <a:pt x="6605747" y="4274123"/>
                </a:cubicBezTo>
                <a:cubicBezTo>
                  <a:pt x="6606081" y="4273411"/>
                  <a:pt x="6606353" y="4272490"/>
                  <a:pt x="6606563" y="4271360"/>
                </a:cubicBezTo>
                <a:cubicBezTo>
                  <a:pt x="6606772" y="4270230"/>
                  <a:pt x="6606877" y="4268912"/>
                  <a:pt x="6606877" y="4267405"/>
                </a:cubicBezTo>
                <a:cubicBezTo>
                  <a:pt x="6606877" y="4265730"/>
                  <a:pt x="6606772" y="4264328"/>
                  <a:pt x="6606563" y="4263198"/>
                </a:cubicBezTo>
                <a:cubicBezTo>
                  <a:pt x="6606353" y="4262068"/>
                  <a:pt x="6606081" y="4261126"/>
                  <a:pt x="6605747" y="4260373"/>
                </a:cubicBezTo>
                <a:cubicBezTo>
                  <a:pt x="6605411" y="4259619"/>
                  <a:pt x="6604972" y="4259075"/>
                  <a:pt x="6604428" y="4258740"/>
                </a:cubicBezTo>
                <a:cubicBezTo>
                  <a:pt x="6603884" y="4258405"/>
                  <a:pt x="6603277" y="4258238"/>
                  <a:pt x="6602607" y="4258238"/>
                </a:cubicBezTo>
                <a:close/>
                <a:moveTo>
                  <a:pt x="5773030" y="4258238"/>
                </a:moveTo>
                <a:cubicBezTo>
                  <a:pt x="5771104" y="4258238"/>
                  <a:pt x="5769283" y="4258887"/>
                  <a:pt x="5767567" y="4260184"/>
                </a:cubicBezTo>
                <a:cubicBezTo>
                  <a:pt x="5765851" y="4261482"/>
                  <a:pt x="5764993" y="4263763"/>
                  <a:pt x="5764993" y="4267028"/>
                </a:cubicBezTo>
                <a:lnTo>
                  <a:pt x="5764993" y="4411940"/>
                </a:lnTo>
                <a:cubicBezTo>
                  <a:pt x="5764993" y="4415205"/>
                  <a:pt x="5765851" y="4417486"/>
                  <a:pt x="5767567" y="4418784"/>
                </a:cubicBezTo>
                <a:cubicBezTo>
                  <a:pt x="5769283" y="4420081"/>
                  <a:pt x="5771104" y="4420730"/>
                  <a:pt x="5773030" y="4420730"/>
                </a:cubicBezTo>
                <a:lnTo>
                  <a:pt x="5851011" y="4420730"/>
                </a:lnTo>
                <a:cubicBezTo>
                  <a:pt x="5851681" y="4420730"/>
                  <a:pt x="5852288" y="4420563"/>
                  <a:pt x="5852832" y="4420228"/>
                </a:cubicBezTo>
                <a:cubicBezTo>
                  <a:pt x="5853376" y="4419893"/>
                  <a:pt x="5853857" y="4419349"/>
                  <a:pt x="5854276" y="4418595"/>
                </a:cubicBezTo>
                <a:cubicBezTo>
                  <a:pt x="5854694" y="4417842"/>
                  <a:pt x="5854987" y="4416900"/>
                  <a:pt x="5855155" y="4415770"/>
                </a:cubicBezTo>
                <a:cubicBezTo>
                  <a:pt x="5855322" y="4414640"/>
                  <a:pt x="5855406" y="4413321"/>
                  <a:pt x="5855406" y="4411814"/>
                </a:cubicBezTo>
                <a:cubicBezTo>
                  <a:pt x="5855406" y="4410140"/>
                  <a:pt x="5855322" y="4408738"/>
                  <a:pt x="5855155" y="4407608"/>
                </a:cubicBezTo>
                <a:cubicBezTo>
                  <a:pt x="5854987" y="4406478"/>
                  <a:pt x="5854694" y="4405557"/>
                  <a:pt x="5854276" y="4404845"/>
                </a:cubicBezTo>
                <a:cubicBezTo>
                  <a:pt x="5853857" y="4404134"/>
                  <a:pt x="5853376" y="4403610"/>
                  <a:pt x="5852832" y="4403275"/>
                </a:cubicBezTo>
                <a:cubicBezTo>
                  <a:pt x="5852288" y="4402941"/>
                  <a:pt x="5851681" y="4402773"/>
                  <a:pt x="5851011" y="4402773"/>
                </a:cubicBezTo>
                <a:lnTo>
                  <a:pt x="5786592" y="4402773"/>
                </a:lnTo>
                <a:lnTo>
                  <a:pt x="5786592" y="4344633"/>
                </a:lnTo>
                <a:lnTo>
                  <a:pt x="5841091" y="4344633"/>
                </a:lnTo>
                <a:cubicBezTo>
                  <a:pt x="5841760" y="4344633"/>
                  <a:pt x="5842367" y="4344486"/>
                  <a:pt x="5842912" y="4344193"/>
                </a:cubicBezTo>
                <a:cubicBezTo>
                  <a:pt x="5843456" y="4343900"/>
                  <a:pt x="5843916" y="4343419"/>
                  <a:pt x="5844293" y="4342749"/>
                </a:cubicBezTo>
                <a:cubicBezTo>
                  <a:pt x="5844669" y="4342079"/>
                  <a:pt x="5844941" y="4341200"/>
                  <a:pt x="5845109" y="4340112"/>
                </a:cubicBezTo>
                <a:cubicBezTo>
                  <a:pt x="5845276" y="4339024"/>
                  <a:pt x="5845360" y="4337726"/>
                  <a:pt x="5845360" y="4336219"/>
                </a:cubicBezTo>
                <a:cubicBezTo>
                  <a:pt x="5845360" y="4334629"/>
                  <a:pt x="5845276" y="4333247"/>
                  <a:pt x="5845109" y="4332075"/>
                </a:cubicBezTo>
                <a:cubicBezTo>
                  <a:pt x="5844941" y="4330903"/>
                  <a:pt x="5844669" y="4329982"/>
                  <a:pt x="5844293" y="4329313"/>
                </a:cubicBezTo>
                <a:cubicBezTo>
                  <a:pt x="5843916" y="4328643"/>
                  <a:pt x="5843456" y="4328120"/>
                  <a:pt x="5842912" y="4327743"/>
                </a:cubicBezTo>
                <a:cubicBezTo>
                  <a:pt x="5842367" y="4327366"/>
                  <a:pt x="5841760" y="4327178"/>
                  <a:pt x="5841091" y="4327178"/>
                </a:cubicBezTo>
                <a:lnTo>
                  <a:pt x="5786592" y="4327178"/>
                </a:lnTo>
                <a:lnTo>
                  <a:pt x="5786592" y="4276195"/>
                </a:lnTo>
                <a:lnTo>
                  <a:pt x="5850132" y="4276195"/>
                </a:lnTo>
                <a:cubicBezTo>
                  <a:pt x="5850802" y="4276195"/>
                  <a:pt x="5851409" y="4276027"/>
                  <a:pt x="5851953" y="4275693"/>
                </a:cubicBezTo>
                <a:cubicBezTo>
                  <a:pt x="5852497" y="4275358"/>
                  <a:pt x="5852937" y="4274834"/>
                  <a:pt x="5853272" y="4274123"/>
                </a:cubicBezTo>
                <a:cubicBezTo>
                  <a:pt x="5853606" y="4273411"/>
                  <a:pt x="5853878" y="4272490"/>
                  <a:pt x="5854087" y="4271360"/>
                </a:cubicBezTo>
                <a:cubicBezTo>
                  <a:pt x="5854297" y="4270230"/>
                  <a:pt x="5854401" y="4268912"/>
                  <a:pt x="5854401" y="4267405"/>
                </a:cubicBezTo>
                <a:cubicBezTo>
                  <a:pt x="5854401" y="4265730"/>
                  <a:pt x="5854297" y="4264328"/>
                  <a:pt x="5854087" y="4263198"/>
                </a:cubicBezTo>
                <a:cubicBezTo>
                  <a:pt x="5853878" y="4262068"/>
                  <a:pt x="5853606" y="4261126"/>
                  <a:pt x="5853272" y="4260373"/>
                </a:cubicBezTo>
                <a:cubicBezTo>
                  <a:pt x="5852937" y="4259619"/>
                  <a:pt x="5852497" y="4259075"/>
                  <a:pt x="5851953" y="4258740"/>
                </a:cubicBezTo>
                <a:cubicBezTo>
                  <a:pt x="5851409" y="4258405"/>
                  <a:pt x="5850802" y="4258238"/>
                  <a:pt x="5850132" y="4258238"/>
                </a:cubicBezTo>
                <a:close/>
                <a:moveTo>
                  <a:pt x="5372980" y="4258238"/>
                </a:moveTo>
                <a:cubicBezTo>
                  <a:pt x="5371054" y="4258238"/>
                  <a:pt x="5369233" y="4258887"/>
                  <a:pt x="5367517" y="4260184"/>
                </a:cubicBezTo>
                <a:cubicBezTo>
                  <a:pt x="5365801" y="4261482"/>
                  <a:pt x="5364943" y="4263763"/>
                  <a:pt x="5364943" y="4267028"/>
                </a:cubicBezTo>
                <a:lnTo>
                  <a:pt x="5364943" y="4417465"/>
                </a:lnTo>
                <a:cubicBezTo>
                  <a:pt x="5364943" y="4418135"/>
                  <a:pt x="5365111" y="4418721"/>
                  <a:pt x="5365445" y="4419223"/>
                </a:cubicBezTo>
                <a:cubicBezTo>
                  <a:pt x="5365780" y="4419726"/>
                  <a:pt x="5366366" y="4420123"/>
                  <a:pt x="5367203" y="4420416"/>
                </a:cubicBezTo>
                <a:cubicBezTo>
                  <a:pt x="5368040" y="4420709"/>
                  <a:pt x="5369150" y="4420960"/>
                  <a:pt x="5370531" y="4421170"/>
                </a:cubicBezTo>
                <a:cubicBezTo>
                  <a:pt x="5371912" y="4421379"/>
                  <a:pt x="5373649" y="4421484"/>
                  <a:pt x="5375742" y="4421484"/>
                </a:cubicBezTo>
                <a:cubicBezTo>
                  <a:pt x="5377835" y="4421484"/>
                  <a:pt x="5379572" y="4421379"/>
                  <a:pt x="5380954" y="4421170"/>
                </a:cubicBezTo>
                <a:cubicBezTo>
                  <a:pt x="5382336" y="4420960"/>
                  <a:pt x="5383423" y="4420709"/>
                  <a:pt x="5384218" y="4420416"/>
                </a:cubicBezTo>
                <a:cubicBezTo>
                  <a:pt x="5385014" y="4420123"/>
                  <a:pt x="5385600" y="4419726"/>
                  <a:pt x="5385976" y="4419223"/>
                </a:cubicBezTo>
                <a:cubicBezTo>
                  <a:pt x="5386353" y="4418721"/>
                  <a:pt x="5386542" y="4418135"/>
                  <a:pt x="5386542" y="4417465"/>
                </a:cubicBezTo>
                <a:lnTo>
                  <a:pt x="5386542" y="4348274"/>
                </a:lnTo>
                <a:lnTo>
                  <a:pt x="5400983" y="4348274"/>
                </a:lnTo>
                <a:cubicBezTo>
                  <a:pt x="5405922" y="4348274"/>
                  <a:pt x="5410149" y="4349007"/>
                  <a:pt x="5413665" y="4350472"/>
                </a:cubicBezTo>
                <a:cubicBezTo>
                  <a:pt x="5417182" y="4351937"/>
                  <a:pt x="5420237" y="4353988"/>
                  <a:pt x="5422833" y="4356625"/>
                </a:cubicBezTo>
                <a:cubicBezTo>
                  <a:pt x="5425428" y="4359262"/>
                  <a:pt x="5427667" y="4362401"/>
                  <a:pt x="5429551" y="4366043"/>
                </a:cubicBezTo>
                <a:cubicBezTo>
                  <a:pt x="5431434" y="4369685"/>
                  <a:pt x="5433255" y="4373682"/>
                  <a:pt x="5435013" y="4378035"/>
                </a:cubicBezTo>
                <a:lnTo>
                  <a:pt x="5449956" y="4416335"/>
                </a:lnTo>
                <a:cubicBezTo>
                  <a:pt x="5450291" y="4417340"/>
                  <a:pt x="5450689" y="4418177"/>
                  <a:pt x="5451149" y="4418847"/>
                </a:cubicBezTo>
                <a:cubicBezTo>
                  <a:pt x="5451610" y="4419516"/>
                  <a:pt x="5452258" y="4420040"/>
                  <a:pt x="5453096" y="4420416"/>
                </a:cubicBezTo>
                <a:cubicBezTo>
                  <a:pt x="5453933" y="4420793"/>
                  <a:pt x="5455042" y="4421065"/>
                  <a:pt x="5456423" y="4421233"/>
                </a:cubicBezTo>
                <a:cubicBezTo>
                  <a:pt x="5457805" y="4421400"/>
                  <a:pt x="5459584" y="4421484"/>
                  <a:pt x="5461760" y="4421484"/>
                </a:cubicBezTo>
                <a:cubicBezTo>
                  <a:pt x="5464272" y="4421484"/>
                  <a:pt x="5466282" y="4421400"/>
                  <a:pt x="5467789" y="4421233"/>
                </a:cubicBezTo>
                <a:cubicBezTo>
                  <a:pt x="5469295" y="4421065"/>
                  <a:pt x="5470467" y="4420814"/>
                  <a:pt x="5471304" y="4420479"/>
                </a:cubicBezTo>
                <a:cubicBezTo>
                  <a:pt x="5472141" y="4420144"/>
                  <a:pt x="5472685" y="4419726"/>
                  <a:pt x="5472936" y="4419223"/>
                </a:cubicBezTo>
                <a:cubicBezTo>
                  <a:pt x="5473188" y="4418721"/>
                  <a:pt x="5473313" y="4418135"/>
                  <a:pt x="5473313" y="4417465"/>
                </a:cubicBezTo>
                <a:cubicBezTo>
                  <a:pt x="5473313" y="4416796"/>
                  <a:pt x="5473146" y="4415854"/>
                  <a:pt x="5472811" y="4414640"/>
                </a:cubicBezTo>
                <a:cubicBezTo>
                  <a:pt x="5472476" y="4413426"/>
                  <a:pt x="5471723" y="4411312"/>
                  <a:pt x="5470551" y="4408298"/>
                </a:cubicBezTo>
                <a:lnTo>
                  <a:pt x="5455984" y="4372510"/>
                </a:lnTo>
                <a:cubicBezTo>
                  <a:pt x="5454310" y="4368408"/>
                  <a:pt x="5452635" y="4364724"/>
                  <a:pt x="5450961" y="4361459"/>
                </a:cubicBezTo>
                <a:cubicBezTo>
                  <a:pt x="5449287" y="4358195"/>
                  <a:pt x="5447508" y="4355306"/>
                  <a:pt x="5445624" y="4352795"/>
                </a:cubicBezTo>
                <a:cubicBezTo>
                  <a:pt x="5443740" y="4350283"/>
                  <a:pt x="5441710" y="4348128"/>
                  <a:pt x="5439534" y="4346328"/>
                </a:cubicBezTo>
                <a:cubicBezTo>
                  <a:pt x="5437357" y="4344528"/>
                  <a:pt x="5434930" y="4343042"/>
                  <a:pt x="5432250" y="4341870"/>
                </a:cubicBezTo>
                <a:cubicBezTo>
                  <a:pt x="5437022" y="4340196"/>
                  <a:pt x="5441334" y="4338145"/>
                  <a:pt x="5445185" y="4335717"/>
                </a:cubicBezTo>
                <a:cubicBezTo>
                  <a:pt x="5449035" y="4333289"/>
                  <a:pt x="5452343" y="4330422"/>
                  <a:pt x="5455105" y="4327115"/>
                </a:cubicBezTo>
                <a:cubicBezTo>
                  <a:pt x="5457867" y="4323808"/>
                  <a:pt x="5459981" y="4319999"/>
                  <a:pt x="5461447" y="4315688"/>
                </a:cubicBezTo>
                <a:cubicBezTo>
                  <a:pt x="5462911" y="4311376"/>
                  <a:pt x="5463645" y="4306500"/>
                  <a:pt x="5463645" y="4301058"/>
                </a:cubicBezTo>
                <a:cubicBezTo>
                  <a:pt x="5463645" y="4295450"/>
                  <a:pt x="5462828" y="4290322"/>
                  <a:pt x="5461195" y="4285676"/>
                </a:cubicBezTo>
                <a:cubicBezTo>
                  <a:pt x="5459563" y="4281029"/>
                  <a:pt x="5457114" y="4276906"/>
                  <a:pt x="5453850" y="4273307"/>
                </a:cubicBezTo>
                <a:cubicBezTo>
                  <a:pt x="5450584" y="4269707"/>
                  <a:pt x="5446545" y="4266735"/>
                  <a:pt x="5441731" y="4264391"/>
                </a:cubicBezTo>
                <a:cubicBezTo>
                  <a:pt x="5436918" y="4262047"/>
                  <a:pt x="5431371" y="4260331"/>
                  <a:pt x="5425093" y="4259242"/>
                </a:cubicBezTo>
                <a:cubicBezTo>
                  <a:pt x="5422916" y="4258991"/>
                  <a:pt x="5420467" y="4258761"/>
                  <a:pt x="5417747" y="4258552"/>
                </a:cubicBezTo>
                <a:cubicBezTo>
                  <a:pt x="5415026" y="4258342"/>
                  <a:pt x="5411614" y="4258238"/>
                  <a:pt x="5407513" y="4258238"/>
                </a:cubicBezTo>
                <a:close/>
                <a:moveTo>
                  <a:pt x="4982957" y="4258238"/>
                </a:moveTo>
                <a:cubicBezTo>
                  <a:pt x="4980780" y="4258238"/>
                  <a:pt x="4978813" y="4258949"/>
                  <a:pt x="4977055" y="4260373"/>
                </a:cubicBezTo>
                <a:cubicBezTo>
                  <a:pt x="4975298" y="4261796"/>
                  <a:pt x="4974418" y="4264182"/>
                  <a:pt x="4974418" y="4267530"/>
                </a:cubicBezTo>
                <a:lnTo>
                  <a:pt x="4974418" y="4417465"/>
                </a:lnTo>
                <a:cubicBezTo>
                  <a:pt x="4974418" y="4418135"/>
                  <a:pt x="4974585" y="4418721"/>
                  <a:pt x="4974920" y="4419223"/>
                </a:cubicBezTo>
                <a:cubicBezTo>
                  <a:pt x="4975255" y="4419726"/>
                  <a:pt x="4975841" y="4420123"/>
                  <a:pt x="4976678" y="4420416"/>
                </a:cubicBezTo>
                <a:cubicBezTo>
                  <a:pt x="4977515" y="4420709"/>
                  <a:pt x="4978625" y="4420960"/>
                  <a:pt x="4980007" y="4421170"/>
                </a:cubicBezTo>
                <a:cubicBezTo>
                  <a:pt x="4981387" y="4421379"/>
                  <a:pt x="4983125" y="4421484"/>
                  <a:pt x="4985218" y="4421484"/>
                </a:cubicBezTo>
                <a:cubicBezTo>
                  <a:pt x="4987310" y="4421484"/>
                  <a:pt x="4989047" y="4421379"/>
                  <a:pt x="4990429" y="4421170"/>
                </a:cubicBezTo>
                <a:cubicBezTo>
                  <a:pt x="4991810" y="4420960"/>
                  <a:pt x="4992898" y="4420709"/>
                  <a:pt x="4993693" y="4420416"/>
                </a:cubicBezTo>
                <a:cubicBezTo>
                  <a:pt x="4994489" y="4420123"/>
                  <a:pt x="4995075" y="4419726"/>
                  <a:pt x="4995451" y="4419223"/>
                </a:cubicBezTo>
                <a:cubicBezTo>
                  <a:pt x="4995828" y="4418721"/>
                  <a:pt x="4996017" y="4418135"/>
                  <a:pt x="4996017" y="4417465"/>
                </a:cubicBezTo>
                <a:lnTo>
                  <a:pt x="4996017" y="4358948"/>
                </a:lnTo>
                <a:lnTo>
                  <a:pt x="5014476" y="4358948"/>
                </a:lnTo>
                <a:cubicBezTo>
                  <a:pt x="5024523" y="4358948"/>
                  <a:pt x="5033166" y="4357692"/>
                  <a:pt x="5040407" y="4355181"/>
                </a:cubicBezTo>
                <a:cubicBezTo>
                  <a:pt x="5047648" y="4352669"/>
                  <a:pt x="5053760" y="4349111"/>
                  <a:pt x="5058741" y="4344507"/>
                </a:cubicBezTo>
                <a:cubicBezTo>
                  <a:pt x="5063722" y="4339903"/>
                  <a:pt x="5067552" y="4334336"/>
                  <a:pt x="5070231" y="4327806"/>
                </a:cubicBezTo>
                <a:cubicBezTo>
                  <a:pt x="5072910" y="4321276"/>
                  <a:pt x="5074249" y="4313951"/>
                  <a:pt x="5074249" y="4305830"/>
                </a:cubicBezTo>
                <a:cubicBezTo>
                  <a:pt x="5074249" y="4299719"/>
                  <a:pt x="5073391" y="4294131"/>
                  <a:pt x="5071675" y="4289066"/>
                </a:cubicBezTo>
                <a:cubicBezTo>
                  <a:pt x="5069959" y="4284001"/>
                  <a:pt x="5067510" y="4279544"/>
                  <a:pt x="5064329" y="4275693"/>
                </a:cubicBezTo>
                <a:cubicBezTo>
                  <a:pt x="5061147" y="4271842"/>
                  <a:pt x="5057277" y="4268598"/>
                  <a:pt x="5052713" y="4265961"/>
                </a:cubicBezTo>
                <a:cubicBezTo>
                  <a:pt x="5048151" y="4263324"/>
                  <a:pt x="5043673" y="4261524"/>
                  <a:pt x="5039277" y="4260561"/>
                </a:cubicBezTo>
                <a:cubicBezTo>
                  <a:pt x="5034882" y="4259598"/>
                  <a:pt x="5031073" y="4258970"/>
                  <a:pt x="5027849" y="4258677"/>
                </a:cubicBezTo>
                <a:cubicBezTo>
                  <a:pt x="5024626" y="4258384"/>
                  <a:pt x="5021257" y="4258238"/>
                  <a:pt x="5017741" y="4258238"/>
                </a:cubicBezTo>
                <a:close/>
                <a:moveTo>
                  <a:pt x="4287130" y="4258238"/>
                </a:moveTo>
                <a:cubicBezTo>
                  <a:pt x="4285204" y="4258238"/>
                  <a:pt x="4283384" y="4258887"/>
                  <a:pt x="4281667" y="4260184"/>
                </a:cubicBezTo>
                <a:cubicBezTo>
                  <a:pt x="4279952" y="4261482"/>
                  <a:pt x="4279093" y="4263763"/>
                  <a:pt x="4279093" y="4267028"/>
                </a:cubicBezTo>
                <a:lnTo>
                  <a:pt x="4279093" y="4417465"/>
                </a:lnTo>
                <a:cubicBezTo>
                  <a:pt x="4279093" y="4418135"/>
                  <a:pt x="4279261" y="4418721"/>
                  <a:pt x="4279595" y="4419223"/>
                </a:cubicBezTo>
                <a:cubicBezTo>
                  <a:pt x="4279930" y="4419726"/>
                  <a:pt x="4280516" y="4420123"/>
                  <a:pt x="4281354" y="4420416"/>
                </a:cubicBezTo>
                <a:cubicBezTo>
                  <a:pt x="4282190" y="4420709"/>
                  <a:pt x="4283300" y="4420960"/>
                  <a:pt x="4284681" y="4421170"/>
                </a:cubicBezTo>
                <a:cubicBezTo>
                  <a:pt x="4286063" y="4421379"/>
                  <a:pt x="4287800" y="4421484"/>
                  <a:pt x="4289892" y="4421484"/>
                </a:cubicBezTo>
                <a:cubicBezTo>
                  <a:pt x="4291985" y="4421484"/>
                  <a:pt x="4293722" y="4421379"/>
                  <a:pt x="4295104" y="4421170"/>
                </a:cubicBezTo>
                <a:cubicBezTo>
                  <a:pt x="4296485" y="4420960"/>
                  <a:pt x="4297573" y="4420709"/>
                  <a:pt x="4298369" y="4420416"/>
                </a:cubicBezTo>
                <a:cubicBezTo>
                  <a:pt x="4299164" y="4420123"/>
                  <a:pt x="4299750" y="4419726"/>
                  <a:pt x="4300127" y="4419223"/>
                </a:cubicBezTo>
                <a:cubicBezTo>
                  <a:pt x="4300503" y="4418721"/>
                  <a:pt x="4300692" y="4418135"/>
                  <a:pt x="4300692" y="4417465"/>
                </a:cubicBezTo>
                <a:lnTo>
                  <a:pt x="4300692" y="4348274"/>
                </a:lnTo>
                <a:lnTo>
                  <a:pt x="4315133" y="4348274"/>
                </a:lnTo>
                <a:cubicBezTo>
                  <a:pt x="4320072" y="4348274"/>
                  <a:pt x="4324300" y="4349007"/>
                  <a:pt x="4327816" y="4350472"/>
                </a:cubicBezTo>
                <a:cubicBezTo>
                  <a:pt x="4331332" y="4351937"/>
                  <a:pt x="4334388" y="4353988"/>
                  <a:pt x="4336982" y="4356625"/>
                </a:cubicBezTo>
                <a:cubicBezTo>
                  <a:pt x="4339578" y="4359262"/>
                  <a:pt x="4341817" y="4362401"/>
                  <a:pt x="4343701" y="4366043"/>
                </a:cubicBezTo>
                <a:cubicBezTo>
                  <a:pt x="4345584" y="4369685"/>
                  <a:pt x="4347405" y="4373682"/>
                  <a:pt x="4349163" y="4378035"/>
                </a:cubicBezTo>
                <a:lnTo>
                  <a:pt x="4364106" y="4416335"/>
                </a:lnTo>
                <a:cubicBezTo>
                  <a:pt x="4364441" y="4417340"/>
                  <a:pt x="4364840" y="4418177"/>
                  <a:pt x="4365300" y="4418847"/>
                </a:cubicBezTo>
                <a:cubicBezTo>
                  <a:pt x="4365760" y="4419516"/>
                  <a:pt x="4366409" y="4420040"/>
                  <a:pt x="4367246" y="4420416"/>
                </a:cubicBezTo>
                <a:cubicBezTo>
                  <a:pt x="4368083" y="4420793"/>
                  <a:pt x="4369192" y="4421065"/>
                  <a:pt x="4370573" y="4421233"/>
                </a:cubicBezTo>
                <a:cubicBezTo>
                  <a:pt x="4371955" y="4421400"/>
                  <a:pt x="4373734" y="4421484"/>
                  <a:pt x="4375910" y="4421484"/>
                </a:cubicBezTo>
                <a:cubicBezTo>
                  <a:pt x="4378422" y="4421484"/>
                  <a:pt x="4380431" y="4421400"/>
                  <a:pt x="4381938" y="4421233"/>
                </a:cubicBezTo>
                <a:cubicBezTo>
                  <a:pt x="4383444" y="4421065"/>
                  <a:pt x="4384617" y="4420814"/>
                  <a:pt x="4385455" y="4420479"/>
                </a:cubicBezTo>
                <a:cubicBezTo>
                  <a:pt x="4386291" y="4420144"/>
                  <a:pt x="4386835" y="4419726"/>
                  <a:pt x="4387087" y="4419223"/>
                </a:cubicBezTo>
                <a:cubicBezTo>
                  <a:pt x="4387337" y="4418721"/>
                  <a:pt x="4387463" y="4418135"/>
                  <a:pt x="4387463" y="4417465"/>
                </a:cubicBezTo>
                <a:cubicBezTo>
                  <a:pt x="4387463" y="4416796"/>
                  <a:pt x="4387296" y="4415854"/>
                  <a:pt x="4386961" y="4414640"/>
                </a:cubicBezTo>
                <a:cubicBezTo>
                  <a:pt x="4386627" y="4413426"/>
                  <a:pt x="4385873" y="4411312"/>
                  <a:pt x="4384700" y="4408298"/>
                </a:cubicBezTo>
                <a:lnTo>
                  <a:pt x="4370134" y="4372510"/>
                </a:lnTo>
                <a:cubicBezTo>
                  <a:pt x="4368460" y="4368408"/>
                  <a:pt x="4366785" y="4364724"/>
                  <a:pt x="4365111" y="4361459"/>
                </a:cubicBezTo>
                <a:cubicBezTo>
                  <a:pt x="4363437" y="4358195"/>
                  <a:pt x="4361658" y="4355306"/>
                  <a:pt x="4359774" y="4352795"/>
                </a:cubicBezTo>
                <a:cubicBezTo>
                  <a:pt x="4357890" y="4350283"/>
                  <a:pt x="4355860" y="4348128"/>
                  <a:pt x="4353684" y="4346328"/>
                </a:cubicBezTo>
                <a:cubicBezTo>
                  <a:pt x="4351507" y="4344528"/>
                  <a:pt x="4349079" y="4343042"/>
                  <a:pt x="4346401" y="4341870"/>
                </a:cubicBezTo>
                <a:cubicBezTo>
                  <a:pt x="4351172" y="4340196"/>
                  <a:pt x="4355484" y="4338145"/>
                  <a:pt x="4359335" y="4335717"/>
                </a:cubicBezTo>
                <a:cubicBezTo>
                  <a:pt x="4363186" y="4333289"/>
                  <a:pt x="4366492" y="4330422"/>
                  <a:pt x="4369255" y="4327115"/>
                </a:cubicBezTo>
                <a:cubicBezTo>
                  <a:pt x="4372017" y="4323808"/>
                  <a:pt x="4374131" y="4319999"/>
                  <a:pt x="4375596" y="4315688"/>
                </a:cubicBezTo>
                <a:cubicBezTo>
                  <a:pt x="4377062" y="4311376"/>
                  <a:pt x="4377794" y="4306500"/>
                  <a:pt x="4377794" y="4301058"/>
                </a:cubicBezTo>
                <a:cubicBezTo>
                  <a:pt x="4377794" y="4295450"/>
                  <a:pt x="4376978" y="4290322"/>
                  <a:pt x="4375345" y="4285676"/>
                </a:cubicBezTo>
                <a:cubicBezTo>
                  <a:pt x="4373713" y="4281029"/>
                  <a:pt x="4371264" y="4276906"/>
                  <a:pt x="4367999" y="4273307"/>
                </a:cubicBezTo>
                <a:cubicBezTo>
                  <a:pt x="4364734" y="4269707"/>
                  <a:pt x="4360695" y="4266735"/>
                  <a:pt x="4355881" y="4264391"/>
                </a:cubicBezTo>
                <a:cubicBezTo>
                  <a:pt x="4351068" y="4262047"/>
                  <a:pt x="4345522" y="4260331"/>
                  <a:pt x="4339243" y="4259242"/>
                </a:cubicBezTo>
                <a:cubicBezTo>
                  <a:pt x="4337066" y="4258991"/>
                  <a:pt x="4334618" y="4258761"/>
                  <a:pt x="4331897" y="4258552"/>
                </a:cubicBezTo>
                <a:cubicBezTo>
                  <a:pt x="4329176" y="4258342"/>
                  <a:pt x="4325765" y="4258238"/>
                  <a:pt x="4321663" y="4258238"/>
                </a:cubicBezTo>
                <a:close/>
                <a:moveTo>
                  <a:pt x="2311023" y="4258238"/>
                </a:moveTo>
                <a:cubicBezTo>
                  <a:pt x="2310353" y="4258238"/>
                  <a:pt x="2309746" y="4258405"/>
                  <a:pt x="2309202" y="4258740"/>
                </a:cubicBezTo>
                <a:cubicBezTo>
                  <a:pt x="2308658" y="4259075"/>
                  <a:pt x="2308218" y="4259619"/>
                  <a:pt x="2307883" y="4260373"/>
                </a:cubicBezTo>
                <a:cubicBezTo>
                  <a:pt x="2307548" y="4261126"/>
                  <a:pt x="2307276" y="4262110"/>
                  <a:pt x="2307067" y="4263324"/>
                </a:cubicBezTo>
                <a:cubicBezTo>
                  <a:pt x="2306858" y="4264537"/>
                  <a:pt x="2306753" y="4265940"/>
                  <a:pt x="2306753" y="4267530"/>
                </a:cubicBezTo>
                <a:cubicBezTo>
                  <a:pt x="2306753" y="4269121"/>
                  <a:pt x="2306858" y="4270502"/>
                  <a:pt x="2307067" y="4271674"/>
                </a:cubicBezTo>
                <a:cubicBezTo>
                  <a:pt x="2307276" y="4272846"/>
                  <a:pt x="2307548" y="4273788"/>
                  <a:pt x="2307883" y="4274500"/>
                </a:cubicBezTo>
                <a:cubicBezTo>
                  <a:pt x="2308218" y="4275211"/>
                  <a:pt x="2308658" y="4275734"/>
                  <a:pt x="2309202" y="4276069"/>
                </a:cubicBezTo>
                <a:cubicBezTo>
                  <a:pt x="2309746" y="4276404"/>
                  <a:pt x="2310353" y="4276572"/>
                  <a:pt x="2311023" y="4276572"/>
                </a:cubicBezTo>
                <a:lnTo>
                  <a:pt x="2356731" y="4276572"/>
                </a:lnTo>
                <a:lnTo>
                  <a:pt x="2356731" y="4417465"/>
                </a:lnTo>
                <a:cubicBezTo>
                  <a:pt x="2356731" y="4418135"/>
                  <a:pt x="2356899" y="4418721"/>
                  <a:pt x="2357234" y="4419223"/>
                </a:cubicBezTo>
                <a:cubicBezTo>
                  <a:pt x="2357569" y="4419726"/>
                  <a:pt x="2358154" y="4420123"/>
                  <a:pt x="2358992" y="4420416"/>
                </a:cubicBezTo>
                <a:cubicBezTo>
                  <a:pt x="2359829" y="4420709"/>
                  <a:pt x="2360959" y="4420960"/>
                  <a:pt x="2362382" y="4421170"/>
                </a:cubicBezTo>
                <a:cubicBezTo>
                  <a:pt x="2363805" y="4421379"/>
                  <a:pt x="2365522" y="4421484"/>
                  <a:pt x="2367531" y="4421484"/>
                </a:cubicBezTo>
                <a:cubicBezTo>
                  <a:pt x="2369624" y="4421484"/>
                  <a:pt x="2371361" y="4421379"/>
                  <a:pt x="2372742" y="4421170"/>
                </a:cubicBezTo>
                <a:cubicBezTo>
                  <a:pt x="2374123" y="4420960"/>
                  <a:pt x="2375232" y="4420709"/>
                  <a:pt x="2376070" y="4420416"/>
                </a:cubicBezTo>
                <a:cubicBezTo>
                  <a:pt x="2376907" y="4420123"/>
                  <a:pt x="2377493" y="4419726"/>
                  <a:pt x="2377828" y="4419223"/>
                </a:cubicBezTo>
                <a:cubicBezTo>
                  <a:pt x="2378163" y="4418721"/>
                  <a:pt x="2378330" y="4418135"/>
                  <a:pt x="2378330" y="4417465"/>
                </a:cubicBezTo>
                <a:lnTo>
                  <a:pt x="2378330" y="4276572"/>
                </a:lnTo>
                <a:lnTo>
                  <a:pt x="2424039" y="4276572"/>
                </a:lnTo>
                <a:cubicBezTo>
                  <a:pt x="2424709" y="4276572"/>
                  <a:pt x="2425316" y="4276404"/>
                  <a:pt x="2425860" y="4276069"/>
                </a:cubicBezTo>
                <a:cubicBezTo>
                  <a:pt x="2426404" y="4275734"/>
                  <a:pt x="2426864" y="4275211"/>
                  <a:pt x="2427241" y="4274500"/>
                </a:cubicBezTo>
                <a:cubicBezTo>
                  <a:pt x="2427618" y="4273788"/>
                  <a:pt x="2427890" y="4272846"/>
                  <a:pt x="2428057" y="4271674"/>
                </a:cubicBezTo>
                <a:cubicBezTo>
                  <a:pt x="2428225" y="4270502"/>
                  <a:pt x="2428308" y="4269121"/>
                  <a:pt x="2428308" y="4267530"/>
                </a:cubicBezTo>
                <a:cubicBezTo>
                  <a:pt x="2428308" y="4265940"/>
                  <a:pt x="2428225" y="4264537"/>
                  <a:pt x="2428057" y="4263324"/>
                </a:cubicBezTo>
                <a:cubicBezTo>
                  <a:pt x="2427890" y="4262110"/>
                  <a:pt x="2427618" y="4261126"/>
                  <a:pt x="2427241" y="4260373"/>
                </a:cubicBezTo>
                <a:cubicBezTo>
                  <a:pt x="2426864" y="4259619"/>
                  <a:pt x="2426404" y="4259075"/>
                  <a:pt x="2425860" y="4258740"/>
                </a:cubicBezTo>
                <a:cubicBezTo>
                  <a:pt x="2425316" y="4258405"/>
                  <a:pt x="2424709" y="4258238"/>
                  <a:pt x="2424039" y="4258238"/>
                </a:cubicBezTo>
                <a:close/>
                <a:moveTo>
                  <a:pt x="9287152" y="4257861"/>
                </a:moveTo>
                <a:cubicBezTo>
                  <a:pt x="9284944" y="4257861"/>
                  <a:pt x="9283156" y="4257945"/>
                  <a:pt x="9281786" y="4258112"/>
                </a:cubicBezTo>
                <a:cubicBezTo>
                  <a:pt x="9280416" y="4258280"/>
                  <a:pt x="9279312" y="4258552"/>
                  <a:pt x="9278473" y="4258928"/>
                </a:cubicBezTo>
                <a:cubicBezTo>
                  <a:pt x="9277634" y="4259305"/>
                  <a:pt x="9277038" y="4259745"/>
                  <a:pt x="9276684" y="4260247"/>
                </a:cubicBezTo>
                <a:cubicBezTo>
                  <a:pt x="9276332" y="4260749"/>
                  <a:pt x="9276155" y="4261293"/>
                  <a:pt x="9276155" y="4261879"/>
                </a:cubicBezTo>
                <a:lnTo>
                  <a:pt x="9276155" y="4350032"/>
                </a:lnTo>
                <a:cubicBezTo>
                  <a:pt x="9276155" y="4356646"/>
                  <a:pt x="9276176" y="4363531"/>
                  <a:pt x="9276218" y="4370689"/>
                </a:cubicBezTo>
                <a:cubicBezTo>
                  <a:pt x="9276260" y="4377847"/>
                  <a:pt x="9276364" y="4384732"/>
                  <a:pt x="9276532" y="4391346"/>
                </a:cubicBezTo>
                <a:lnTo>
                  <a:pt x="9276406" y="4391346"/>
                </a:lnTo>
                <a:cubicBezTo>
                  <a:pt x="9274464" y="4387411"/>
                  <a:pt x="9272502" y="4383498"/>
                  <a:pt x="9270520" y="4379605"/>
                </a:cubicBezTo>
                <a:cubicBezTo>
                  <a:pt x="9268538" y="4375712"/>
                  <a:pt x="9266536" y="4371756"/>
                  <a:pt x="9264512" y="4367738"/>
                </a:cubicBezTo>
                <a:cubicBezTo>
                  <a:pt x="9262490" y="4363720"/>
                  <a:pt x="9260386" y="4359639"/>
                  <a:pt x="9258202" y="4355495"/>
                </a:cubicBezTo>
                <a:cubicBezTo>
                  <a:pt x="9256017" y="4351351"/>
                  <a:pt x="9253752" y="4347102"/>
                  <a:pt x="9251405" y="4342749"/>
                </a:cubicBezTo>
                <a:lnTo>
                  <a:pt x="9213297" y="4271423"/>
                </a:lnTo>
                <a:cubicBezTo>
                  <a:pt x="9211922" y="4268828"/>
                  <a:pt x="9210606" y="4266672"/>
                  <a:pt x="9209354" y="4264956"/>
                </a:cubicBezTo>
                <a:cubicBezTo>
                  <a:pt x="9208101" y="4263240"/>
                  <a:pt x="9206804" y="4261900"/>
                  <a:pt x="9205466" y="4260938"/>
                </a:cubicBezTo>
                <a:cubicBezTo>
                  <a:pt x="9204126" y="4259975"/>
                  <a:pt x="9202614" y="4259284"/>
                  <a:pt x="9200929" y="4258866"/>
                </a:cubicBezTo>
                <a:cubicBezTo>
                  <a:pt x="9199244" y="4258447"/>
                  <a:pt x="9197148" y="4258238"/>
                  <a:pt x="9194644" y="4258238"/>
                </a:cubicBezTo>
                <a:lnTo>
                  <a:pt x="9184015" y="4258238"/>
                </a:lnTo>
                <a:cubicBezTo>
                  <a:pt x="9181770" y="4258238"/>
                  <a:pt x="9179696" y="4258949"/>
                  <a:pt x="9177794" y="4260373"/>
                </a:cubicBezTo>
                <a:cubicBezTo>
                  <a:pt x="9175893" y="4261796"/>
                  <a:pt x="9174942" y="4264182"/>
                  <a:pt x="9174942" y="4267530"/>
                </a:cubicBezTo>
                <a:lnTo>
                  <a:pt x="9174942" y="4417465"/>
                </a:lnTo>
                <a:cubicBezTo>
                  <a:pt x="9174942" y="4418051"/>
                  <a:pt x="9175119" y="4418616"/>
                  <a:pt x="9175472" y="4419161"/>
                </a:cubicBezTo>
                <a:cubicBezTo>
                  <a:pt x="9175826" y="4419705"/>
                  <a:pt x="9176400" y="4420123"/>
                  <a:pt x="9177194" y="4420416"/>
                </a:cubicBezTo>
                <a:cubicBezTo>
                  <a:pt x="9177990" y="4420709"/>
                  <a:pt x="9179072" y="4420960"/>
                  <a:pt x="9180441" y="4421170"/>
                </a:cubicBezTo>
                <a:cubicBezTo>
                  <a:pt x="9181810" y="4421379"/>
                  <a:pt x="9183554" y="4421484"/>
                  <a:pt x="9185675" y="4421484"/>
                </a:cubicBezTo>
                <a:cubicBezTo>
                  <a:pt x="9187796" y="4421484"/>
                  <a:pt x="9189540" y="4421379"/>
                  <a:pt x="9190910" y="4421170"/>
                </a:cubicBezTo>
                <a:cubicBezTo>
                  <a:pt x="9192279" y="4420960"/>
                  <a:pt x="9193384" y="4420709"/>
                  <a:pt x="9194222" y="4420416"/>
                </a:cubicBezTo>
                <a:cubicBezTo>
                  <a:pt x="9195062" y="4420123"/>
                  <a:pt x="9195658" y="4419705"/>
                  <a:pt x="9196012" y="4419161"/>
                </a:cubicBezTo>
                <a:cubicBezTo>
                  <a:pt x="9196364" y="4418616"/>
                  <a:pt x="9196541" y="4418051"/>
                  <a:pt x="9196541" y="4417465"/>
                </a:cubicBezTo>
                <a:lnTo>
                  <a:pt x="9196541" y="4319392"/>
                </a:lnTo>
                <a:cubicBezTo>
                  <a:pt x="9196541" y="4313197"/>
                  <a:pt x="9196500" y="4306960"/>
                  <a:pt x="9196416" y="4300682"/>
                </a:cubicBezTo>
                <a:cubicBezTo>
                  <a:pt x="9196332" y="4294403"/>
                  <a:pt x="9196206" y="4288250"/>
                  <a:pt x="9196039" y="4282222"/>
                </a:cubicBezTo>
                <a:lnTo>
                  <a:pt x="9196290" y="4282222"/>
                </a:lnTo>
                <a:cubicBezTo>
                  <a:pt x="9198558" y="4287162"/>
                  <a:pt x="9201009" y="4292247"/>
                  <a:pt x="9203640" y="4297480"/>
                </a:cubicBezTo>
                <a:cubicBezTo>
                  <a:pt x="9206274" y="4302712"/>
                  <a:pt x="9208886" y="4307714"/>
                  <a:pt x="9211476" y="4312486"/>
                </a:cubicBezTo>
                <a:lnTo>
                  <a:pt x="9261046" y="4404908"/>
                </a:lnTo>
                <a:cubicBezTo>
                  <a:pt x="9262748" y="4408173"/>
                  <a:pt x="9264355" y="4410852"/>
                  <a:pt x="9265870" y="4412945"/>
                </a:cubicBezTo>
                <a:cubicBezTo>
                  <a:pt x="9267386" y="4415038"/>
                  <a:pt x="9268900" y="4416691"/>
                  <a:pt x="9270416" y="4417905"/>
                </a:cubicBezTo>
                <a:cubicBezTo>
                  <a:pt x="9271930" y="4419119"/>
                  <a:pt x="9273532" y="4419956"/>
                  <a:pt x="9275220" y="4420416"/>
                </a:cubicBezTo>
                <a:cubicBezTo>
                  <a:pt x="9276910" y="4420877"/>
                  <a:pt x="9278880" y="4421107"/>
                  <a:pt x="9281130" y="4421107"/>
                </a:cubicBezTo>
                <a:lnTo>
                  <a:pt x="9288272" y="4421107"/>
                </a:lnTo>
                <a:cubicBezTo>
                  <a:pt x="9289399" y="4421107"/>
                  <a:pt x="9290525" y="4420940"/>
                  <a:pt x="9291650" y="4420605"/>
                </a:cubicBezTo>
                <a:cubicBezTo>
                  <a:pt x="9292776" y="4420270"/>
                  <a:pt x="9293794" y="4419726"/>
                  <a:pt x="9294702" y="4418972"/>
                </a:cubicBezTo>
                <a:cubicBezTo>
                  <a:pt x="9295612" y="4418219"/>
                  <a:pt x="9296348" y="4417256"/>
                  <a:pt x="9296910" y="4416084"/>
                </a:cubicBezTo>
                <a:cubicBezTo>
                  <a:pt x="9297472" y="4414912"/>
                  <a:pt x="9297754" y="4413489"/>
                  <a:pt x="9297754" y="4411814"/>
                </a:cubicBezTo>
                <a:lnTo>
                  <a:pt x="9297754" y="4261879"/>
                </a:lnTo>
                <a:cubicBezTo>
                  <a:pt x="9297754" y="4261293"/>
                  <a:pt x="9297577" y="4260749"/>
                  <a:pt x="9297224" y="4260247"/>
                </a:cubicBezTo>
                <a:cubicBezTo>
                  <a:pt x="9296870" y="4259745"/>
                  <a:pt x="9296296" y="4259305"/>
                  <a:pt x="9295501" y="4258928"/>
                </a:cubicBezTo>
                <a:cubicBezTo>
                  <a:pt x="9294706" y="4258552"/>
                  <a:pt x="9293602" y="4258280"/>
                  <a:pt x="9292188" y="4258112"/>
                </a:cubicBezTo>
                <a:cubicBezTo>
                  <a:pt x="9290775" y="4257945"/>
                  <a:pt x="9289096" y="4257861"/>
                  <a:pt x="9287152" y="4257861"/>
                </a:cubicBezTo>
                <a:close/>
                <a:moveTo>
                  <a:pt x="7010678" y="4257861"/>
                </a:moveTo>
                <a:cubicBezTo>
                  <a:pt x="7008470" y="4257861"/>
                  <a:pt x="7006681" y="4257945"/>
                  <a:pt x="7005312" y="4258112"/>
                </a:cubicBezTo>
                <a:cubicBezTo>
                  <a:pt x="7003942" y="4258280"/>
                  <a:pt x="7002838" y="4258552"/>
                  <a:pt x="7001999" y="4258928"/>
                </a:cubicBezTo>
                <a:cubicBezTo>
                  <a:pt x="7001160" y="4259305"/>
                  <a:pt x="7000564" y="4259745"/>
                  <a:pt x="7000210" y="4260247"/>
                </a:cubicBezTo>
                <a:cubicBezTo>
                  <a:pt x="6999857" y="4260749"/>
                  <a:pt x="6999681" y="4261293"/>
                  <a:pt x="6999681" y="4261879"/>
                </a:cubicBezTo>
                <a:lnTo>
                  <a:pt x="6999681" y="4350032"/>
                </a:lnTo>
                <a:cubicBezTo>
                  <a:pt x="6999681" y="4356646"/>
                  <a:pt x="6999701" y="4363531"/>
                  <a:pt x="6999743" y="4370689"/>
                </a:cubicBezTo>
                <a:cubicBezTo>
                  <a:pt x="6999785" y="4377847"/>
                  <a:pt x="6999890" y="4384732"/>
                  <a:pt x="7000057" y="4391346"/>
                </a:cubicBezTo>
                <a:lnTo>
                  <a:pt x="6999932" y="4391346"/>
                </a:lnTo>
                <a:cubicBezTo>
                  <a:pt x="6997989" y="4387411"/>
                  <a:pt x="6996027" y="4383498"/>
                  <a:pt x="6994046" y="4379605"/>
                </a:cubicBezTo>
                <a:cubicBezTo>
                  <a:pt x="6992064" y="4375712"/>
                  <a:pt x="6990062" y="4371756"/>
                  <a:pt x="6988039" y="4367738"/>
                </a:cubicBezTo>
                <a:cubicBezTo>
                  <a:pt x="6986016" y="4363720"/>
                  <a:pt x="6983912" y="4359639"/>
                  <a:pt x="6981727" y="4355495"/>
                </a:cubicBezTo>
                <a:cubicBezTo>
                  <a:pt x="6979543" y="4351351"/>
                  <a:pt x="6977277" y="4347102"/>
                  <a:pt x="6974931" y="4342749"/>
                </a:cubicBezTo>
                <a:lnTo>
                  <a:pt x="6936823" y="4271423"/>
                </a:lnTo>
                <a:cubicBezTo>
                  <a:pt x="6935447" y="4268828"/>
                  <a:pt x="6934132" y="4266672"/>
                  <a:pt x="6932879" y="4264956"/>
                </a:cubicBezTo>
                <a:cubicBezTo>
                  <a:pt x="6931626" y="4263240"/>
                  <a:pt x="6930330" y="4261900"/>
                  <a:pt x="6928991" y="4260938"/>
                </a:cubicBezTo>
                <a:cubicBezTo>
                  <a:pt x="6927652" y="4259975"/>
                  <a:pt x="6926140" y="4259284"/>
                  <a:pt x="6924455" y="4258866"/>
                </a:cubicBezTo>
                <a:cubicBezTo>
                  <a:pt x="6922770" y="4258447"/>
                  <a:pt x="6920674" y="4258238"/>
                  <a:pt x="6918170" y="4258238"/>
                </a:cubicBezTo>
                <a:lnTo>
                  <a:pt x="6907541" y="4258238"/>
                </a:lnTo>
                <a:cubicBezTo>
                  <a:pt x="6905295" y="4258238"/>
                  <a:pt x="6903221" y="4258949"/>
                  <a:pt x="6901320" y="4260373"/>
                </a:cubicBezTo>
                <a:cubicBezTo>
                  <a:pt x="6899419" y="4261796"/>
                  <a:pt x="6898468" y="4264182"/>
                  <a:pt x="6898468" y="4267530"/>
                </a:cubicBezTo>
                <a:lnTo>
                  <a:pt x="6898468" y="4417465"/>
                </a:lnTo>
                <a:cubicBezTo>
                  <a:pt x="6898468" y="4418051"/>
                  <a:pt x="6898645" y="4418616"/>
                  <a:pt x="6898998" y="4419161"/>
                </a:cubicBezTo>
                <a:cubicBezTo>
                  <a:pt x="6899351" y="4419705"/>
                  <a:pt x="6899925" y="4420123"/>
                  <a:pt x="6900721" y="4420416"/>
                </a:cubicBezTo>
                <a:cubicBezTo>
                  <a:pt x="6901516" y="4420709"/>
                  <a:pt x="6902598" y="4420960"/>
                  <a:pt x="6903967" y="4421170"/>
                </a:cubicBezTo>
                <a:cubicBezTo>
                  <a:pt x="6905336" y="4421379"/>
                  <a:pt x="6907080" y="4421484"/>
                  <a:pt x="6909201" y="4421484"/>
                </a:cubicBezTo>
                <a:cubicBezTo>
                  <a:pt x="6911321" y="4421484"/>
                  <a:pt x="6913066" y="4421379"/>
                  <a:pt x="6914436" y="4421170"/>
                </a:cubicBezTo>
                <a:cubicBezTo>
                  <a:pt x="6915805" y="4420960"/>
                  <a:pt x="6916909" y="4420709"/>
                  <a:pt x="6917749" y="4420416"/>
                </a:cubicBezTo>
                <a:cubicBezTo>
                  <a:pt x="6918587" y="4420123"/>
                  <a:pt x="6919184" y="4419705"/>
                  <a:pt x="6919537" y="4419161"/>
                </a:cubicBezTo>
                <a:cubicBezTo>
                  <a:pt x="6919890" y="4418616"/>
                  <a:pt x="6920067" y="4418051"/>
                  <a:pt x="6920067" y="4417465"/>
                </a:cubicBezTo>
                <a:lnTo>
                  <a:pt x="6920067" y="4319392"/>
                </a:lnTo>
                <a:cubicBezTo>
                  <a:pt x="6920067" y="4313197"/>
                  <a:pt x="6920025" y="4306960"/>
                  <a:pt x="6919941" y="4300682"/>
                </a:cubicBezTo>
                <a:cubicBezTo>
                  <a:pt x="6919857" y="4294403"/>
                  <a:pt x="6919732" y="4288250"/>
                  <a:pt x="6919565" y="4282222"/>
                </a:cubicBezTo>
                <a:lnTo>
                  <a:pt x="6919816" y="4282222"/>
                </a:lnTo>
                <a:cubicBezTo>
                  <a:pt x="6922084" y="4287162"/>
                  <a:pt x="6924534" y="4292247"/>
                  <a:pt x="6927167" y="4297480"/>
                </a:cubicBezTo>
                <a:cubicBezTo>
                  <a:pt x="6929799" y="4302712"/>
                  <a:pt x="6932411" y="4307714"/>
                  <a:pt x="6935002" y="4312486"/>
                </a:cubicBezTo>
                <a:lnTo>
                  <a:pt x="6984573" y="4404908"/>
                </a:lnTo>
                <a:cubicBezTo>
                  <a:pt x="6986273" y="4408173"/>
                  <a:pt x="6987881" y="4410852"/>
                  <a:pt x="6989396" y="4412945"/>
                </a:cubicBezTo>
                <a:cubicBezTo>
                  <a:pt x="6990911" y="4415038"/>
                  <a:pt x="6992427" y="4416691"/>
                  <a:pt x="6993942" y="4417905"/>
                </a:cubicBezTo>
                <a:cubicBezTo>
                  <a:pt x="6995456" y="4419119"/>
                  <a:pt x="6997058" y="4419956"/>
                  <a:pt x="6998747" y="4420416"/>
                </a:cubicBezTo>
                <a:cubicBezTo>
                  <a:pt x="7000435" y="4420877"/>
                  <a:pt x="7002405" y="4421107"/>
                  <a:pt x="7004657" y="4421107"/>
                </a:cubicBezTo>
                <a:lnTo>
                  <a:pt x="7011799" y="4421107"/>
                </a:lnTo>
                <a:cubicBezTo>
                  <a:pt x="7012925" y="4421107"/>
                  <a:pt x="7014050" y="4420940"/>
                  <a:pt x="7015176" y="4420605"/>
                </a:cubicBezTo>
                <a:cubicBezTo>
                  <a:pt x="7016301" y="4420270"/>
                  <a:pt x="7017319" y="4419726"/>
                  <a:pt x="7018228" y="4418972"/>
                </a:cubicBezTo>
                <a:cubicBezTo>
                  <a:pt x="7019137" y="4418219"/>
                  <a:pt x="7019873" y="4417256"/>
                  <a:pt x="7020436" y="4416084"/>
                </a:cubicBezTo>
                <a:cubicBezTo>
                  <a:pt x="7020998" y="4414912"/>
                  <a:pt x="7021279" y="4413489"/>
                  <a:pt x="7021279" y="4411814"/>
                </a:cubicBezTo>
                <a:lnTo>
                  <a:pt x="7021279" y="4261879"/>
                </a:lnTo>
                <a:cubicBezTo>
                  <a:pt x="7021279" y="4261293"/>
                  <a:pt x="7021103" y="4260749"/>
                  <a:pt x="7020749" y="4260247"/>
                </a:cubicBezTo>
                <a:cubicBezTo>
                  <a:pt x="7020396" y="4259745"/>
                  <a:pt x="7019822" y="4259305"/>
                  <a:pt x="7019027" y="4258928"/>
                </a:cubicBezTo>
                <a:cubicBezTo>
                  <a:pt x="7018231" y="4258552"/>
                  <a:pt x="7017127" y="4258280"/>
                  <a:pt x="7015714" y="4258112"/>
                </a:cubicBezTo>
                <a:cubicBezTo>
                  <a:pt x="7014300" y="4257945"/>
                  <a:pt x="7012621" y="4257861"/>
                  <a:pt x="7010678" y="4257861"/>
                </a:cubicBezTo>
                <a:close/>
                <a:moveTo>
                  <a:pt x="8452317" y="4257484"/>
                </a:moveTo>
                <a:cubicBezTo>
                  <a:pt x="8450392" y="4257484"/>
                  <a:pt x="8448738" y="4257589"/>
                  <a:pt x="8447356" y="4257798"/>
                </a:cubicBezTo>
                <a:cubicBezTo>
                  <a:pt x="8445976" y="4258008"/>
                  <a:pt x="8444845" y="4258259"/>
                  <a:pt x="8443966" y="4258552"/>
                </a:cubicBezTo>
                <a:cubicBezTo>
                  <a:pt x="8443087" y="4258845"/>
                  <a:pt x="8442460" y="4259242"/>
                  <a:pt x="8442082" y="4259745"/>
                </a:cubicBezTo>
                <a:cubicBezTo>
                  <a:pt x="8441706" y="4260247"/>
                  <a:pt x="8441518" y="4260833"/>
                  <a:pt x="8441518" y="4261503"/>
                </a:cubicBezTo>
                <a:lnTo>
                  <a:pt x="8441518" y="4417465"/>
                </a:lnTo>
                <a:cubicBezTo>
                  <a:pt x="8441518" y="4418135"/>
                  <a:pt x="8441685" y="4418721"/>
                  <a:pt x="8442020" y="4419223"/>
                </a:cubicBezTo>
                <a:cubicBezTo>
                  <a:pt x="8442354" y="4419726"/>
                  <a:pt x="8442940" y="4420123"/>
                  <a:pt x="8443778" y="4420416"/>
                </a:cubicBezTo>
                <a:cubicBezTo>
                  <a:pt x="8444615" y="4420709"/>
                  <a:pt x="8445745" y="4420960"/>
                  <a:pt x="8447168" y="4421170"/>
                </a:cubicBezTo>
                <a:cubicBezTo>
                  <a:pt x="8448592" y="4421379"/>
                  <a:pt x="8450308" y="4421484"/>
                  <a:pt x="8452317" y="4421484"/>
                </a:cubicBezTo>
                <a:cubicBezTo>
                  <a:pt x="8454410" y="4421484"/>
                  <a:pt x="8456147" y="4421379"/>
                  <a:pt x="8457528" y="4421170"/>
                </a:cubicBezTo>
                <a:cubicBezTo>
                  <a:pt x="8458910" y="4420960"/>
                  <a:pt x="8460018" y="4420709"/>
                  <a:pt x="8460856" y="4420416"/>
                </a:cubicBezTo>
                <a:cubicBezTo>
                  <a:pt x="8461693" y="4420123"/>
                  <a:pt x="8462279" y="4419726"/>
                  <a:pt x="8462614" y="4419223"/>
                </a:cubicBezTo>
                <a:cubicBezTo>
                  <a:pt x="8462948" y="4418721"/>
                  <a:pt x="8463116" y="4418135"/>
                  <a:pt x="8463116" y="4417465"/>
                </a:cubicBezTo>
                <a:lnTo>
                  <a:pt x="8463116" y="4261503"/>
                </a:lnTo>
                <a:cubicBezTo>
                  <a:pt x="8463116" y="4260833"/>
                  <a:pt x="8462948" y="4260247"/>
                  <a:pt x="8462614" y="4259745"/>
                </a:cubicBezTo>
                <a:cubicBezTo>
                  <a:pt x="8462279" y="4259242"/>
                  <a:pt x="8461693" y="4258845"/>
                  <a:pt x="8460856" y="4258552"/>
                </a:cubicBezTo>
                <a:cubicBezTo>
                  <a:pt x="8460018" y="4258259"/>
                  <a:pt x="8458910" y="4258008"/>
                  <a:pt x="8457528" y="4257798"/>
                </a:cubicBezTo>
                <a:cubicBezTo>
                  <a:pt x="8456147" y="4257589"/>
                  <a:pt x="8454410" y="4257484"/>
                  <a:pt x="8452317" y="4257484"/>
                </a:cubicBezTo>
                <a:close/>
                <a:moveTo>
                  <a:pt x="7731882" y="4257484"/>
                </a:moveTo>
                <a:cubicBezTo>
                  <a:pt x="7729370" y="4257484"/>
                  <a:pt x="7727299" y="4257547"/>
                  <a:pt x="7725666" y="4257673"/>
                </a:cubicBezTo>
                <a:cubicBezTo>
                  <a:pt x="7724034" y="4257798"/>
                  <a:pt x="7722694" y="4258029"/>
                  <a:pt x="7721648" y="4258363"/>
                </a:cubicBezTo>
                <a:cubicBezTo>
                  <a:pt x="7720601" y="4258698"/>
                  <a:pt x="7719806" y="4259159"/>
                  <a:pt x="7719262" y="4259745"/>
                </a:cubicBezTo>
                <a:cubicBezTo>
                  <a:pt x="7718718" y="4260331"/>
                  <a:pt x="7718278" y="4261084"/>
                  <a:pt x="7717943" y="4262005"/>
                </a:cubicBezTo>
                <a:lnTo>
                  <a:pt x="7663444" y="4412945"/>
                </a:lnTo>
                <a:cubicBezTo>
                  <a:pt x="7662775" y="4414786"/>
                  <a:pt x="7662419" y="4416272"/>
                  <a:pt x="7662377" y="4417403"/>
                </a:cubicBezTo>
                <a:cubicBezTo>
                  <a:pt x="7662335" y="4418533"/>
                  <a:pt x="7662628" y="4419391"/>
                  <a:pt x="7663256" y="4419977"/>
                </a:cubicBezTo>
                <a:cubicBezTo>
                  <a:pt x="7663884" y="4420563"/>
                  <a:pt x="7664972" y="4420960"/>
                  <a:pt x="7666521" y="4421170"/>
                </a:cubicBezTo>
                <a:cubicBezTo>
                  <a:pt x="7668070" y="4421379"/>
                  <a:pt x="7670058" y="4421484"/>
                  <a:pt x="7672486" y="4421484"/>
                </a:cubicBezTo>
                <a:cubicBezTo>
                  <a:pt x="7674830" y="4421484"/>
                  <a:pt x="7676734" y="4421400"/>
                  <a:pt x="7678199" y="4421233"/>
                </a:cubicBezTo>
                <a:cubicBezTo>
                  <a:pt x="7679664" y="4421065"/>
                  <a:pt x="7680794" y="4420793"/>
                  <a:pt x="7681590" y="4420416"/>
                </a:cubicBezTo>
                <a:cubicBezTo>
                  <a:pt x="7682385" y="4420040"/>
                  <a:pt x="7682992" y="4419579"/>
                  <a:pt x="7683410" y="4419035"/>
                </a:cubicBezTo>
                <a:cubicBezTo>
                  <a:pt x="7683829" y="4418491"/>
                  <a:pt x="7684164" y="4417842"/>
                  <a:pt x="7684415" y="4417089"/>
                </a:cubicBezTo>
                <a:lnTo>
                  <a:pt x="7697726" y="4378035"/>
                </a:lnTo>
                <a:lnTo>
                  <a:pt x="7765285" y="4378035"/>
                </a:lnTo>
                <a:lnTo>
                  <a:pt x="7779223" y="4417591"/>
                </a:lnTo>
                <a:cubicBezTo>
                  <a:pt x="7779558" y="4418344"/>
                  <a:pt x="7779914" y="4418972"/>
                  <a:pt x="7780291" y="4419474"/>
                </a:cubicBezTo>
                <a:cubicBezTo>
                  <a:pt x="7780667" y="4419977"/>
                  <a:pt x="7781253" y="4420374"/>
                  <a:pt x="7782049" y="4420667"/>
                </a:cubicBezTo>
                <a:cubicBezTo>
                  <a:pt x="7782844" y="4420960"/>
                  <a:pt x="7784016" y="4421170"/>
                  <a:pt x="7785565" y="4421295"/>
                </a:cubicBezTo>
                <a:cubicBezTo>
                  <a:pt x="7787113" y="4421421"/>
                  <a:pt x="7789185" y="4421484"/>
                  <a:pt x="7791781" y="4421484"/>
                </a:cubicBezTo>
                <a:cubicBezTo>
                  <a:pt x="7794376" y="4421484"/>
                  <a:pt x="7796448" y="4421400"/>
                  <a:pt x="7797997" y="4421233"/>
                </a:cubicBezTo>
                <a:cubicBezTo>
                  <a:pt x="7799545" y="4421065"/>
                  <a:pt x="7800654" y="4420688"/>
                  <a:pt x="7801324" y="4420102"/>
                </a:cubicBezTo>
                <a:cubicBezTo>
                  <a:pt x="7801994" y="4419516"/>
                  <a:pt x="7802308" y="4418658"/>
                  <a:pt x="7802266" y="4417528"/>
                </a:cubicBezTo>
                <a:cubicBezTo>
                  <a:pt x="7802224" y="4416398"/>
                  <a:pt x="7801868" y="4414912"/>
                  <a:pt x="7801199" y="4413070"/>
                </a:cubicBezTo>
                <a:lnTo>
                  <a:pt x="7746700" y="4262131"/>
                </a:lnTo>
                <a:cubicBezTo>
                  <a:pt x="7746365" y="4261210"/>
                  <a:pt x="7745904" y="4260435"/>
                  <a:pt x="7745318" y="4259808"/>
                </a:cubicBezTo>
                <a:cubicBezTo>
                  <a:pt x="7744732" y="4259180"/>
                  <a:pt x="7743895" y="4258698"/>
                  <a:pt x="7742807" y="4258363"/>
                </a:cubicBezTo>
                <a:cubicBezTo>
                  <a:pt x="7741719" y="4258029"/>
                  <a:pt x="7740295" y="4257798"/>
                  <a:pt x="7738537" y="4257673"/>
                </a:cubicBezTo>
                <a:cubicBezTo>
                  <a:pt x="7736779" y="4257547"/>
                  <a:pt x="7734561" y="4257484"/>
                  <a:pt x="7731882" y="4257484"/>
                </a:cubicBezTo>
                <a:close/>
                <a:moveTo>
                  <a:pt x="3870541" y="4257484"/>
                </a:moveTo>
                <a:cubicBezTo>
                  <a:pt x="3868365" y="4257484"/>
                  <a:pt x="3866607" y="4257589"/>
                  <a:pt x="3865267" y="4257798"/>
                </a:cubicBezTo>
                <a:cubicBezTo>
                  <a:pt x="3863928" y="4258008"/>
                  <a:pt x="3862840" y="4258259"/>
                  <a:pt x="3862002" y="4258552"/>
                </a:cubicBezTo>
                <a:cubicBezTo>
                  <a:pt x="3861165" y="4258845"/>
                  <a:pt x="3860579" y="4259242"/>
                  <a:pt x="3860244" y="4259745"/>
                </a:cubicBezTo>
                <a:cubicBezTo>
                  <a:pt x="3859909" y="4260247"/>
                  <a:pt x="3859742" y="4260833"/>
                  <a:pt x="3859742" y="4261503"/>
                </a:cubicBezTo>
                <a:lnTo>
                  <a:pt x="3859742" y="4362338"/>
                </a:lnTo>
                <a:cubicBezTo>
                  <a:pt x="3859742" y="4372301"/>
                  <a:pt x="3861165" y="4381091"/>
                  <a:pt x="3864011" y="4388709"/>
                </a:cubicBezTo>
                <a:cubicBezTo>
                  <a:pt x="3866858" y="4396327"/>
                  <a:pt x="3870918" y="4402669"/>
                  <a:pt x="3876192" y="4407733"/>
                </a:cubicBezTo>
                <a:cubicBezTo>
                  <a:pt x="3881466" y="4412798"/>
                  <a:pt x="3887787" y="4416628"/>
                  <a:pt x="3895154" y="4419223"/>
                </a:cubicBezTo>
                <a:cubicBezTo>
                  <a:pt x="3902521" y="4421819"/>
                  <a:pt x="3910683" y="4423116"/>
                  <a:pt x="3919641" y="4423116"/>
                </a:cubicBezTo>
                <a:cubicBezTo>
                  <a:pt x="3929435" y="4423116"/>
                  <a:pt x="3938184" y="4421735"/>
                  <a:pt x="3945885" y="4418972"/>
                </a:cubicBezTo>
                <a:cubicBezTo>
                  <a:pt x="3953587" y="4416210"/>
                  <a:pt x="3960117" y="4412149"/>
                  <a:pt x="3965475" y="4406792"/>
                </a:cubicBezTo>
                <a:cubicBezTo>
                  <a:pt x="3970833" y="4401434"/>
                  <a:pt x="3974956" y="4394883"/>
                  <a:pt x="3977844" y="4387139"/>
                </a:cubicBezTo>
                <a:cubicBezTo>
                  <a:pt x="3980732" y="4379396"/>
                  <a:pt x="3982176" y="4370584"/>
                  <a:pt x="3982176" y="4360706"/>
                </a:cubicBezTo>
                <a:lnTo>
                  <a:pt x="3982176" y="4261503"/>
                </a:lnTo>
                <a:cubicBezTo>
                  <a:pt x="3982176" y="4260833"/>
                  <a:pt x="3981988" y="4260247"/>
                  <a:pt x="3981611" y="4259745"/>
                </a:cubicBezTo>
                <a:cubicBezTo>
                  <a:pt x="3981235" y="4259242"/>
                  <a:pt x="3980648" y="4258845"/>
                  <a:pt x="3979853" y="4258552"/>
                </a:cubicBezTo>
                <a:cubicBezTo>
                  <a:pt x="3979058" y="4258259"/>
                  <a:pt x="3977970" y="4258008"/>
                  <a:pt x="3976588" y="4257798"/>
                </a:cubicBezTo>
                <a:cubicBezTo>
                  <a:pt x="3975207" y="4257589"/>
                  <a:pt x="3973512" y="4257484"/>
                  <a:pt x="3971503" y="4257484"/>
                </a:cubicBezTo>
                <a:cubicBezTo>
                  <a:pt x="3969410" y="4257484"/>
                  <a:pt x="3967673" y="4257589"/>
                  <a:pt x="3966291" y="4257798"/>
                </a:cubicBezTo>
                <a:cubicBezTo>
                  <a:pt x="3964910" y="4258008"/>
                  <a:pt x="3963801" y="4258259"/>
                  <a:pt x="3962964" y="4258552"/>
                </a:cubicBezTo>
                <a:cubicBezTo>
                  <a:pt x="3962126" y="4258845"/>
                  <a:pt x="3961540" y="4259242"/>
                  <a:pt x="3961206" y="4259745"/>
                </a:cubicBezTo>
                <a:cubicBezTo>
                  <a:pt x="3960871" y="4260247"/>
                  <a:pt x="3960703" y="4260833"/>
                  <a:pt x="3960703" y="4261503"/>
                </a:cubicBezTo>
                <a:lnTo>
                  <a:pt x="3960703" y="4360832"/>
                </a:lnTo>
                <a:cubicBezTo>
                  <a:pt x="3960703" y="4368115"/>
                  <a:pt x="3959803" y="4374477"/>
                  <a:pt x="3958003" y="4379919"/>
                </a:cubicBezTo>
                <a:cubicBezTo>
                  <a:pt x="3956204" y="4385360"/>
                  <a:pt x="3953608" y="4389923"/>
                  <a:pt x="3950218" y="4393606"/>
                </a:cubicBezTo>
                <a:cubicBezTo>
                  <a:pt x="3946827" y="4397290"/>
                  <a:pt x="3942683" y="4400052"/>
                  <a:pt x="3937786" y="4401894"/>
                </a:cubicBezTo>
                <a:cubicBezTo>
                  <a:pt x="3932889" y="4403736"/>
                  <a:pt x="3927301" y="4404657"/>
                  <a:pt x="3921022" y="4404657"/>
                </a:cubicBezTo>
                <a:cubicBezTo>
                  <a:pt x="3914911" y="4404657"/>
                  <a:pt x="3909406" y="4403715"/>
                  <a:pt x="3904509" y="4401831"/>
                </a:cubicBezTo>
                <a:cubicBezTo>
                  <a:pt x="3899612" y="4399948"/>
                  <a:pt x="3895426" y="4397143"/>
                  <a:pt x="3891952" y="4393418"/>
                </a:cubicBezTo>
                <a:cubicBezTo>
                  <a:pt x="3888477" y="4389693"/>
                  <a:pt x="3885820" y="4385025"/>
                  <a:pt x="3883978" y="4379416"/>
                </a:cubicBezTo>
                <a:cubicBezTo>
                  <a:pt x="3882136" y="4373808"/>
                  <a:pt x="3881215" y="4367236"/>
                  <a:pt x="3881215" y="4359701"/>
                </a:cubicBezTo>
                <a:lnTo>
                  <a:pt x="3881215" y="4261503"/>
                </a:lnTo>
                <a:cubicBezTo>
                  <a:pt x="3881215" y="4260833"/>
                  <a:pt x="3881048" y="4260247"/>
                  <a:pt x="3880713" y="4259745"/>
                </a:cubicBezTo>
                <a:cubicBezTo>
                  <a:pt x="3880378" y="4259242"/>
                  <a:pt x="3879813" y="4258845"/>
                  <a:pt x="3879017" y="4258552"/>
                </a:cubicBezTo>
                <a:cubicBezTo>
                  <a:pt x="3878222" y="4258259"/>
                  <a:pt x="3877113" y="4258008"/>
                  <a:pt x="3875690" y="4257798"/>
                </a:cubicBezTo>
                <a:cubicBezTo>
                  <a:pt x="3874267" y="4257589"/>
                  <a:pt x="3872551" y="4257484"/>
                  <a:pt x="3870541" y="4257484"/>
                </a:cubicBezTo>
                <a:close/>
                <a:moveTo>
                  <a:pt x="8821015" y="4255852"/>
                </a:moveTo>
                <a:cubicBezTo>
                  <a:pt x="8808626" y="4255852"/>
                  <a:pt x="8797784" y="4257840"/>
                  <a:pt x="8788492" y="4261817"/>
                </a:cubicBezTo>
                <a:cubicBezTo>
                  <a:pt x="8779199" y="4265793"/>
                  <a:pt x="8771456" y="4271444"/>
                  <a:pt x="8765260" y="4278769"/>
                </a:cubicBezTo>
                <a:cubicBezTo>
                  <a:pt x="8759066" y="4286094"/>
                  <a:pt x="8754420" y="4294989"/>
                  <a:pt x="8751322" y="4305454"/>
                </a:cubicBezTo>
                <a:cubicBezTo>
                  <a:pt x="8748224" y="4315918"/>
                  <a:pt x="8746676" y="4327555"/>
                  <a:pt x="8746676" y="4340363"/>
                </a:cubicBezTo>
                <a:cubicBezTo>
                  <a:pt x="8746676" y="4353758"/>
                  <a:pt x="8748098" y="4365603"/>
                  <a:pt x="8750945" y="4375900"/>
                </a:cubicBezTo>
                <a:cubicBezTo>
                  <a:pt x="8753792" y="4386197"/>
                  <a:pt x="8758124" y="4394820"/>
                  <a:pt x="8763942" y="4401769"/>
                </a:cubicBezTo>
                <a:cubicBezTo>
                  <a:pt x="8769760" y="4408717"/>
                  <a:pt x="8777127" y="4414012"/>
                  <a:pt x="8786043" y="4417654"/>
                </a:cubicBezTo>
                <a:cubicBezTo>
                  <a:pt x="8794958" y="4421295"/>
                  <a:pt x="8805528" y="4423116"/>
                  <a:pt x="8817750" y="4423116"/>
                </a:cubicBezTo>
                <a:cubicBezTo>
                  <a:pt x="8830140" y="4423116"/>
                  <a:pt x="8840982" y="4421128"/>
                  <a:pt x="8850274" y="4417151"/>
                </a:cubicBezTo>
                <a:cubicBezTo>
                  <a:pt x="8859566" y="4413175"/>
                  <a:pt x="8867289" y="4407482"/>
                  <a:pt x="8873442" y="4400073"/>
                </a:cubicBezTo>
                <a:cubicBezTo>
                  <a:pt x="8879596" y="4392665"/>
                  <a:pt x="8884220" y="4383686"/>
                  <a:pt x="8887318" y="4373138"/>
                </a:cubicBezTo>
                <a:cubicBezTo>
                  <a:pt x="8890416" y="4362590"/>
                  <a:pt x="8891964" y="4350744"/>
                  <a:pt x="8891964" y="4337600"/>
                </a:cubicBezTo>
                <a:cubicBezTo>
                  <a:pt x="8891964" y="4324457"/>
                  <a:pt x="8890520" y="4312800"/>
                  <a:pt x="8887632" y="4302628"/>
                </a:cubicBezTo>
                <a:cubicBezTo>
                  <a:pt x="8884744" y="4292457"/>
                  <a:pt x="8880349" y="4283918"/>
                  <a:pt x="8874447" y="4277011"/>
                </a:cubicBezTo>
                <a:cubicBezTo>
                  <a:pt x="8868545" y="4270105"/>
                  <a:pt x="8861157" y="4264851"/>
                  <a:pt x="8852283" y="4261252"/>
                </a:cubicBezTo>
                <a:cubicBezTo>
                  <a:pt x="8843409" y="4257652"/>
                  <a:pt x="8832986" y="4255852"/>
                  <a:pt x="8821015" y="4255852"/>
                </a:cubicBezTo>
                <a:close/>
                <a:moveTo>
                  <a:pt x="6186679" y="4255852"/>
                </a:moveTo>
                <a:cubicBezTo>
                  <a:pt x="6179647" y="4255852"/>
                  <a:pt x="6173096" y="4256794"/>
                  <a:pt x="6167026" y="4258677"/>
                </a:cubicBezTo>
                <a:cubicBezTo>
                  <a:pt x="6160957" y="4260561"/>
                  <a:pt x="6155725" y="4263303"/>
                  <a:pt x="6151330" y="4266902"/>
                </a:cubicBezTo>
                <a:cubicBezTo>
                  <a:pt x="6146935" y="4270502"/>
                  <a:pt x="6143502" y="4274960"/>
                  <a:pt x="6141033" y="4280276"/>
                </a:cubicBezTo>
                <a:cubicBezTo>
                  <a:pt x="6138563" y="4285592"/>
                  <a:pt x="6137328" y="4291640"/>
                  <a:pt x="6137328" y="4298421"/>
                </a:cubicBezTo>
                <a:cubicBezTo>
                  <a:pt x="6137328" y="4305035"/>
                  <a:pt x="6138396" y="4310707"/>
                  <a:pt x="6140530" y="4315437"/>
                </a:cubicBezTo>
                <a:cubicBezTo>
                  <a:pt x="6142665" y="4320167"/>
                  <a:pt x="6145449" y="4324290"/>
                  <a:pt x="6148881" y="4327806"/>
                </a:cubicBezTo>
                <a:cubicBezTo>
                  <a:pt x="6152313" y="4331322"/>
                  <a:pt x="6156206" y="4334377"/>
                  <a:pt x="6160559" y="4336973"/>
                </a:cubicBezTo>
                <a:cubicBezTo>
                  <a:pt x="6164913" y="4339568"/>
                  <a:pt x="6169391" y="4341933"/>
                  <a:pt x="6173996" y="4344067"/>
                </a:cubicBezTo>
                <a:cubicBezTo>
                  <a:pt x="6178600" y="4346202"/>
                  <a:pt x="6183100" y="4348295"/>
                  <a:pt x="6187495" y="4350346"/>
                </a:cubicBezTo>
                <a:cubicBezTo>
                  <a:pt x="6191890" y="4352397"/>
                  <a:pt x="6195804" y="4354658"/>
                  <a:pt x="6199236" y="4357127"/>
                </a:cubicBezTo>
                <a:cubicBezTo>
                  <a:pt x="6202668" y="4359597"/>
                  <a:pt x="6205431" y="4362464"/>
                  <a:pt x="6207524" y="4365729"/>
                </a:cubicBezTo>
                <a:cubicBezTo>
                  <a:pt x="6209617" y="4368994"/>
                  <a:pt x="6210663" y="4372929"/>
                  <a:pt x="6210663" y="4377533"/>
                </a:cubicBezTo>
                <a:cubicBezTo>
                  <a:pt x="6210663" y="4381802"/>
                  <a:pt x="6209910" y="4385611"/>
                  <a:pt x="6208403" y="4388960"/>
                </a:cubicBezTo>
                <a:cubicBezTo>
                  <a:pt x="6206896" y="4392309"/>
                  <a:pt x="6204740" y="4395134"/>
                  <a:pt x="6201936" y="4397436"/>
                </a:cubicBezTo>
                <a:cubicBezTo>
                  <a:pt x="6199131" y="4399738"/>
                  <a:pt x="6195783" y="4401517"/>
                  <a:pt x="6191890" y="4402773"/>
                </a:cubicBezTo>
                <a:cubicBezTo>
                  <a:pt x="6187997" y="4404029"/>
                  <a:pt x="6183707" y="4404657"/>
                  <a:pt x="6179019" y="4404657"/>
                </a:cubicBezTo>
                <a:cubicBezTo>
                  <a:pt x="6172824" y="4404657"/>
                  <a:pt x="6167361" y="4403924"/>
                  <a:pt x="6162631" y="4402459"/>
                </a:cubicBezTo>
                <a:cubicBezTo>
                  <a:pt x="6157901" y="4400994"/>
                  <a:pt x="6153862" y="4399425"/>
                  <a:pt x="6150514" y="4397750"/>
                </a:cubicBezTo>
                <a:cubicBezTo>
                  <a:pt x="6147165" y="4396076"/>
                  <a:pt x="6144423" y="4394527"/>
                  <a:pt x="6142288" y="4393104"/>
                </a:cubicBezTo>
                <a:cubicBezTo>
                  <a:pt x="6140154" y="4391681"/>
                  <a:pt x="6138500" y="4390969"/>
                  <a:pt x="6137328" y="4390969"/>
                </a:cubicBezTo>
                <a:cubicBezTo>
                  <a:pt x="6136659" y="4390969"/>
                  <a:pt x="6136073" y="4391116"/>
                  <a:pt x="6135570" y="4391409"/>
                </a:cubicBezTo>
                <a:cubicBezTo>
                  <a:pt x="6135068" y="4391702"/>
                  <a:pt x="6134649" y="4392225"/>
                  <a:pt x="6134315" y="4392978"/>
                </a:cubicBezTo>
                <a:cubicBezTo>
                  <a:pt x="6133980" y="4393732"/>
                  <a:pt x="6133728" y="4394716"/>
                  <a:pt x="6133561" y="4395929"/>
                </a:cubicBezTo>
                <a:cubicBezTo>
                  <a:pt x="6133394" y="4397143"/>
                  <a:pt x="6133310" y="4398671"/>
                  <a:pt x="6133310" y="4400513"/>
                </a:cubicBezTo>
                <a:cubicBezTo>
                  <a:pt x="6133310" y="4403108"/>
                  <a:pt x="6133540" y="4405180"/>
                  <a:pt x="6134001" y="4406729"/>
                </a:cubicBezTo>
                <a:cubicBezTo>
                  <a:pt x="6134461" y="4408277"/>
                  <a:pt x="6135173" y="4409554"/>
                  <a:pt x="6136135" y="4410559"/>
                </a:cubicBezTo>
                <a:cubicBezTo>
                  <a:pt x="6137098" y="4411563"/>
                  <a:pt x="6138814" y="4412777"/>
                  <a:pt x="6141284" y="4414200"/>
                </a:cubicBezTo>
                <a:cubicBezTo>
                  <a:pt x="6143753" y="4415624"/>
                  <a:pt x="6146809" y="4417005"/>
                  <a:pt x="6150451" y="4418344"/>
                </a:cubicBezTo>
                <a:cubicBezTo>
                  <a:pt x="6154092" y="4419684"/>
                  <a:pt x="6158236" y="4420814"/>
                  <a:pt x="6162883" y="4421735"/>
                </a:cubicBezTo>
                <a:cubicBezTo>
                  <a:pt x="6167529" y="4422656"/>
                  <a:pt x="6172573" y="4423116"/>
                  <a:pt x="6178014" y="4423116"/>
                </a:cubicBezTo>
                <a:cubicBezTo>
                  <a:pt x="6185800" y="4423116"/>
                  <a:pt x="6193062" y="4422070"/>
                  <a:pt x="6199801" y="4419977"/>
                </a:cubicBezTo>
                <a:cubicBezTo>
                  <a:pt x="6206540" y="4417884"/>
                  <a:pt x="6212400" y="4414765"/>
                  <a:pt x="6217382" y="4410622"/>
                </a:cubicBezTo>
                <a:cubicBezTo>
                  <a:pt x="6222363" y="4406478"/>
                  <a:pt x="6226255" y="4401434"/>
                  <a:pt x="6229060" y="4395490"/>
                </a:cubicBezTo>
                <a:cubicBezTo>
                  <a:pt x="6231864" y="4389546"/>
                  <a:pt x="6233267" y="4382765"/>
                  <a:pt x="6233267" y="4375147"/>
                </a:cubicBezTo>
                <a:cubicBezTo>
                  <a:pt x="6233267" y="4368701"/>
                  <a:pt x="6232199" y="4363113"/>
                  <a:pt x="6230064" y="4358383"/>
                </a:cubicBezTo>
                <a:cubicBezTo>
                  <a:pt x="6227930" y="4353653"/>
                  <a:pt x="6225125" y="4349551"/>
                  <a:pt x="6221651" y="4346077"/>
                </a:cubicBezTo>
                <a:cubicBezTo>
                  <a:pt x="6218177" y="4342602"/>
                  <a:pt x="6214221" y="4339589"/>
                  <a:pt x="6209784" y="4337035"/>
                </a:cubicBezTo>
                <a:cubicBezTo>
                  <a:pt x="6205347" y="4334482"/>
                  <a:pt x="6200827" y="4332138"/>
                  <a:pt x="6196222" y="4330003"/>
                </a:cubicBezTo>
                <a:cubicBezTo>
                  <a:pt x="6191618" y="4327868"/>
                  <a:pt x="6187097" y="4325755"/>
                  <a:pt x="6182660" y="4323662"/>
                </a:cubicBezTo>
                <a:cubicBezTo>
                  <a:pt x="6178223" y="4321569"/>
                  <a:pt x="6174268" y="4319267"/>
                  <a:pt x="6170794" y="4316755"/>
                </a:cubicBezTo>
                <a:cubicBezTo>
                  <a:pt x="6167319" y="4314244"/>
                  <a:pt x="6164536" y="4311356"/>
                  <a:pt x="6162443" y="4308091"/>
                </a:cubicBezTo>
                <a:cubicBezTo>
                  <a:pt x="6160350" y="4304826"/>
                  <a:pt x="6159304" y="4300933"/>
                  <a:pt x="6159304" y="4296412"/>
                </a:cubicBezTo>
                <a:cubicBezTo>
                  <a:pt x="6159304" y="4293315"/>
                  <a:pt x="6159848" y="4290385"/>
                  <a:pt x="6160936" y="4287622"/>
                </a:cubicBezTo>
                <a:cubicBezTo>
                  <a:pt x="6162024" y="4284859"/>
                  <a:pt x="6163657" y="4282474"/>
                  <a:pt x="6165834" y="4280464"/>
                </a:cubicBezTo>
                <a:cubicBezTo>
                  <a:pt x="6168010" y="4278455"/>
                  <a:pt x="6170773" y="4276844"/>
                  <a:pt x="6174121" y="4275630"/>
                </a:cubicBezTo>
                <a:cubicBezTo>
                  <a:pt x="6177470" y="4274416"/>
                  <a:pt x="6181405" y="4273809"/>
                  <a:pt x="6185925" y="4273809"/>
                </a:cubicBezTo>
                <a:cubicBezTo>
                  <a:pt x="6190781" y="4273809"/>
                  <a:pt x="6195155" y="4274416"/>
                  <a:pt x="6199048" y="4275630"/>
                </a:cubicBezTo>
                <a:cubicBezTo>
                  <a:pt x="6202941" y="4276844"/>
                  <a:pt x="6206310" y="4278183"/>
                  <a:pt x="6209156" y="4279648"/>
                </a:cubicBezTo>
                <a:cubicBezTo>
                  <a:pt x="6212003" y="4281113"/>
                  <a:pt x="6214410" y="4282432"/>
                  <a:pt x="6216377" y="4283604"/>
                </a:cubicBezTo>
                <a:cubicBezTo>
                  <a:pt x="6218344" y="4284776"/>
                  <a:pt x="6219788" y="4285362"/>
                  <a:pt x="6220709" y="4285362"/>
                </a:cubicBezTo>
                <a:cubicBezTo>
                  <a:pt x="6221295" y="4285362"/>
                  <a:pt x="6221818" y="4285173"/>
                  <a:pt x="6222279" y="4284797"/>
                </a:cubicBezTo>
                <a:cubicBezTo>
                  <a:pt x="6222739" y="4284420"/>
                  <a:pt x="6223095" y="4283834"/>
                  <a:pt x="6223346" y="4283039"/>
                </a:cubicBezTo>
                <a:cubicBezTo>
                  <a:pt x="6223597" y="4282243"/>
                  <a:pt x="6223786" y="4281260"/>
                  <a:pt x="6223911" y="4280088"/>
                </a:cubicBezTo>
                <a:cubicBezTo>
                  <a:pt x="6224037" y="4278916"/>
                  <a:pt x="6224100" y="4277576"/>
                  <a:pt x="6224100" y="4276069"/>
                </a:cubicBezTo>
                <a:cubicBezTo>
                  <a:pt x="6224100" y="4274479"/>
                  <a:pt x="6224058" y="4273181"/>
                  <a:pt x="6223974" y="4272177"/>
                </a:cubicBezTo>
                <a:cubicBezTo>
                  <a:pt x="6223890" y="4271172"/>
                  <a:pt x="6223765" y="4270314"/>
                  <a:pt x="6223597" y="4269602"/>
                </a:cubicBezTo>
                <a:cubicBezTo>
                  <a:pt x="6223430" y="4268891"/>
                  <a:pt x="6223221" y="4268305"/>
                  <a:pt x="6222970" y="4267844"/>
                </a:cubicBezTo>
                <a:cubicBezTo>
                  <a:pt x="6222718" y="4267384"/>
                  <a:pt x="6222195" y="4266756"/>
                  <a:pt x="6221400" y="4265961"/>
                </a:cubicBezTo>
                <a:cubicBezTo>
                  <a:pt x="6220605" y="4265165"/>
                  <a:pt x="6218951" y="4264119"/>
                  <a:pt x="6216440" y="4262821"/>
                </a:cubicBezTo>
                <a:cubicBezTo>
                  <a:pt x="6213928" y="4261524"/>
                  <a:pt x="6211061" y="4260352"/>
                  <a:pt x="6207838" y="4259305"/>
                </a:cubicBezTo>
                <a:cubicBezTo>
                  <a:pt x="6204615" y="4258259"/>
                  <a:pt x="6201183" y="4257422"/>
                  <a:pt x="6197541" y="4256794"/>
                </a:cubicBezTo>
                <a:cubicBezTo>
                  <a:pt x="6193899" y="4256166"/>
                  <a:pt x="6190279" y="4255852"/>
                  <a:pt x="6186679" y="4255852"/>
                </a:cubicBezTo>
                <a:close/>
                <a:moveTo>
                  <a:pt x="3496541" y="4255852"/>
                </a:moveTo>
                <a:cubicBezTo>
                  <a:pt x="3484151" y="4255852"/>
                  <a:pt x="3473310" y="4257840"/>
                  <a:pt x="3464017" y="4261817"/>
                </a:cubicBezTo>
                <a:cubicBezTo>
                  <a:pt x="3454725" y="4265793"/>
                  <a:pt x="3446981" y="4271444"/>
                  <a:pt x="3440786" y="4278769"/>
                </a:cubicBezTo>
                <a:cubicBezTo>
                  <a:pt x="3434591" y="4286094"/>
                  <a:pt x="3429945" y="4294989"/>
                  <a:pt x="3426847" y="4305454"/>
                </a:cubicBezTo>
                <a:cubicBezTo>
                  <a:pt x="3423750" y="4315918"/>
                  <a:pt x="3422201" y="4327555"/>
                  <a:pt x="3422201" y="4340363"/>
                </a:cubicBezTo>
                <a:cubicBezTo>
                  <a:pt x="3422201" y="4353758"/>
                  <a:pt x="3423624" y="4365603"/>
                  <a:pt x="3426471" y="4375900"/>
                </a:cubicBezTo>
                <a:cubicBezTo>
                  <a:pt x="3429317" y="4386197"/>
                  <a:pt x="3433649" y="4394820"/>
                  <a:pt x="3439468" y="4401769"/>
                </a:cubicBezTo>
                <a:cubicBezTo>
                  <a:pt x="3445286" y="4408717"/>
                  <a:pt x="3452653" y="4414012"/>
                  <a:pt x="3461569" y="4417654"/>
                </a:cubicBezTo>
                <a:cubicBezTo>
                  <a:pt x="3470484" y="4421295"/>
                  <a:pt x="3481054" y="4423116"/>
                  <a:pt x="3493276" y="4423116"/>
                </a:cubicBezTo>
                <a:cubicBezTo>
                  <a:pt x="3505666" y="4423116"/>
                  <a:pt x="3516507" y="4421128"/>
                  <a:pt x="3525800" y="4417151"/>
                </a:cubicBezTo>
                <a:cubicBezTo>
                  <a:pt x="3535092" y="4413175"/>
                  <a:pt x="3542815" y="4407482"/>
                  <a:pt x="3548968" y="4400073"/>
                </a:cubicBezTo>
                <a:cubicBezTo>
                  <a:pt x="3555121" y="4392665"/>
                  <a:pt x="3559746" y="4383686"/>
                  <a:pt x="3562844" y="4373138"/>
                </a:cubicBezTo>
                <a:cubicBezTo>
                  <a:pt x="3565941" y="4362590"/>
                  <a:pt x="3567490" y="4350744"/>
                  <a:pt x="3567490" y="4337600"/>
                </a:cubicBezTo>
                <a:cubicBezTo>
                  <a:pt x="3567490" y="4324457"/>
                  <a:pt x="3566046" y="4312800"/>
                  <a:pt x="3563158" y="4302628"/>
                </a:cubicBezTo>
                <a:cubicBezTo>
                  <a:pt x="3560270" y="4292457"/>
                  <a:pt x="3555875" y="4283918"/>
                  <a:pt x="3549973" y="4277011"/>
                </a:cubicBezTo>
                <a:cubicBezTo>
                  <a:pt x="3544071" y="4270105"/>
                  <a:pt x="3536683" y="4264851"/>
                  <a:pt x="3527809" y="4261252"/>
                </a:cubicBezTo>
                <a:cubicBezTo>
                  <a:pt x="3518935" y="4257652"/>
                  <a:pt x="3508512" y="4255852"/>
                  <a:pt x="3496541" y="4255852"/>
                </a:cubicBezTo>
                <a:close/>
                <a:moveTo>
                  <a:pt x="2763116" y="4255852"/>
                </a:moveTo>
                <a:cubicBezTo>
                  <a:pt x="2750726" y="4255852"/>
                  <a:pt x="2739885" y="4257840"/>
                  <a:pt x="2730592" y="4261817"/>
                </a:cubicBezTo>
                <a:cubicBezTo>
                  <a:pt x="2721300" y="4265793"/>
                  <a:pt x="2713556" y="4271444"/>
                  <a:pt x="2707361" y="4278769"/>
                </a:cubicBezTo>
                <a:cubicBezTo>
                  <a:pt x="2701166" y="4286094"/>
                  <a:pt x="2696520" y="4294989"/>
                  <a:pt x="2693422" y="4305454"/>
                </a:cubicBezTo>
                <a:cubicBezTo>
                  <a:pt x="2690325" y="4315918"/>
                  <a:pt x="2688776" y="4327555"/>
                  <a:pt x="2688776" y="4340363"/>
                </a:cubicBezTo>
                <a:cubicBezTo>
                  <a:pt x="2688776" y="4353758"/>
                  <a:pt x="2690199" y="4365603"/>
                  <a:pt x="2693046" y="4375900"/>
                </a:cubicBezTo>
                <a:cubicBezTo>
                  <a:pt x="2695892" y="4386197"/>
                  <a:pt x="2700224" y="4394820"/>
                  <a:pt x="2706043" y="4401769"/>
                </a:cubicBezTo>
                <a:cubicBezTo>
                  <a:pt x="2711861" y="4408717"/>
                  <a:pt x="2719228" y="4414012"/>
                  <a:pt x="2728144" y="4417654"/>
                </a:cubicBezTo>
                <a:cubicBezTo>
                  <a:pt x="2737059" y="4421295"/>
                  <a:pt x="2747628" y="4423116"/>
                  <a:pt x="2759851" y="4423116"/>
                </a:cubicBezTo>
                <a:cubicBezTo>
                  <a:pt x="2772241" y="4423116"/>
                  <a:pt x="2783082" y="4421128"/>
                  <a:pt x="2792375" y="4417151"/>
                </a:cubicBezTo>
                <a:cubicBezTo>
                  <a:pt x="2801667" y="4413175"/>
                  <a:pt x="2809390" y="4407482"/>
                  <a:pt x="2815543" y="4400073"/>
                </a:cubicBezTo>
                <a:cubicBezTo>
                  <a:pt x="2821696" y="4392665"/>
                  <a:pt x="2826321" y="4383686"/>
                  <a:pt x="2829419" y="4373138"/>
                </a:cubicBezTo>
                <a:cubicBezTo>
                  <a:pt x="2832516" y="4362590"/>
                  <a:pt x="2834065" y="4350744"/>
                  <a:pt x="2834065" y="4337600"/>
                </a:cubicBezTo>
                <a:cubicBezTo>
                  <a:pt x="2834065" y="4324457"/>
                  <a:pt x="2832621" y="4312800"/>
                  <a:pt x="2829733" y="4302628"/>
                </a:cubicBezTo>
                <a:cubicBezTo>
                  <a:pt x="2826845" y="4292457"/>
                  <a:pt x="2822449" y="4283918"/>
                  <a:pt x="2816548" y="4277011"/>
                </a:cubicBezTo>
                <a:cubicBezTo>
                  <a:pt x="2810646" y="4270105"/>
                  <a:pt x="2803258" y="4264851"/>
                  <a:pt x="2794384" y="4261252"/>
                </a:cubicBezTo>
                <a:cubicBezTo>
                  <a:pt x="2785510" y="4257652"/>
                  <a:pt x="2775087" y="4255852"/>
                  <a:pt x="2763116" y="4255852"/>
                </a:cubicBezTo>
                <a:close/>
                <a:moveTo>
                  <a:pt x="7311932" y="3124656"/>
                </a:moveTo>
                <a:cubicBezTo>
                  <a:pt x="7336918" y="3125645"/>
                  <a:pt x="7362259" y="3135130"/>
                  <a:pt x="7387954" y="3153110"/>
                </a:cubicBezTo>
                <a:cubicBezTo>
                  <a:pt x="7413649" y="3171090"/>
                  <a:pt x="7436494" y="3196130"/>
                  <a:pt x="7456488" y="3228230"/>
                </a:cubicBezTo>
                <a:cubicBezTo>
                  <a:pt x="7490345" y="3282294"/>
                  <a:pt x="7517985" y="3347776"/>
                  <a:pt x="7539410" y="3424674"/>
                </a:cubicBezTo>
                <a:cubicBezTo>
                  <a:pt x="7560836" y="3501572"/>
                  <a:pt x="7571548" y="3572901"/>
                  <a:pt x="7571548" y="3638661"/>
                </a:cubicBezTo>
                <a:cubicBezTo>
                  <a:pt x="7571548" y="3686611"/>
                  <a:pt x="7560040" y="3724692"/>
                  <a:pt x="7537024" y="3752905"/>
                </a:cubicBezTo>
                <a:cubicBezTo>
                  <a:pt x="7514008" y="3781119"/>
                  <a:pt x="7483953" y="3795225"/>
                  <a:pt x="7446861" y="3795225"/>
                </a:cubicBezTo>
                <a:cubicBezTo>
                  <a:pt x="7423863" y="3795225"/>
                  <a:pt x="7401078" y="3788034"/>
                  <a:pt x="7378507" y="3773651"/>
                </a:cubicBezTo>
                <a:cubicBezTo>
                  <a:pt x="7355936" y="3759268"/>
                  <a:pt x="7335082" y="3736958"/>
                  <a:pt x="7315943" y="3706721"/>
                </a:cubicBezTo>
                <a:cubicBezTo>
                  <a:pt x="7280625" y="3648690"/>
                  <a:pt x="7250323" y="3578858"/>
                  <a:pt x="7225038" y="3497226"/>
                </a:cubicBezTo>
                <a:cubicBezTo>
                  <a:pt x="7199753" y="3415595"/>
                  <a:pt x="7187111" y="3343873"/>
                  <a:pt x="7187111" y="3282063"/>
                </a:cubicBezTo>
                <a:cubicBezTo>
                  <a:pt x="7187111" y="3242101"/>
                  <a:pt x="7197737" y="3204376"/>
                  <a:pt x="7218988" y="3168889"/>
                </a:cubicBezTo>
                <a:cubicBezTo>
                  <a:pt x="7241077" y="3139400"/>
                  <a:pt x="7272058" y="3124656"/>
                  <a:pt x="7311932" y="3124656"/>
                </a:cubicBezTo>
                <a:close/>
                <a:moveTo>
                  <a:pt x="4688876" y="2856335"/>
                </a:moveTo>
                <a:cubicBezTo>
                  <a:pt x="4590766" y="2856335"/>
                  <a:pt x="4519564" y="2865565"/>
                  <a:pt x="4475271" y="2884026"/>
                </a:cubicBezTo>
                <a:cubicBezTo>
                  <a:pt x="4384194" y="2908273"/>
                  <a:pt x="4338655" y="2945022"/>
                  <a:pt x="4338655" y="2994273"/>
                </a:cubicBezTo>
                <a:cubicBezTo>
                  <a:pt x="4338655" y="3017922"/>
                  <a:pt x="4349744" y="3038412"/>
                  <a:pt x="4371923" y="3055740"/>
                </a:cubicBezTo>
                <a:cubicBezTo>
                  <a:pt x="4383538" y="3064762"/>
                  <a:pt x="4406211" y="3075156"/>
                  <a:pt x="4439943" y="3086922"/>
                </a:cubicBezTo>
                <a:cubicBezTo>
                  <a:pt x="4462612" y="3094285"/>
                  <a:pt x="4476709" y="3104487"/>
                  <a:pt x="4482236" y="3117529"/>
                </a:cubicBezTo>
                <a:cubicBezTo>
                  <a:pt x="4487763" y="3130570"/>
                  <a:pt x="4490526" y="3158289"/>
                  <a:pt x="4490526" y="3200685"/>
                </a:cubicBezTo>
                <a:cubicBezTo>
                  <a:pt x="4491097" y="3248340"/>
                  <a:pt x="4492777" y="3318437"/>
                  <a:pt x="4495567" y="3410976"/>
                </a:cubicBezTo>
                <a:cubicBezTo>
                  <a:pt x="4498358" y="3507747"/>
                  <a:pt x="4499752" y="3581686"/>
                  <a:pt x="4499752" y="3632791"/>
                </a:cubicBezTo>
                <a:cubicBezTo>
                  <a:pt x="4499752" y="3741286"/>
                  <a:pt x="4496120" y="3813834"/>
                  <a:pt x="4488855" y="3850435"/>
                </a:cubicBezTo>
                <a:cubicBezTo>
                  <a:pt x="4481982" y="3858333"/>
                  <a:pt x="4464774" y="3868803"/>
                  <a:pt x="4437228" y="3881845"/>
                </a:cubicBezTo>
                <a:cubicBezTo>
                  <a:pt x="4406083" y="3896820"/>
                  <a:pt x="4385644" y="3909173"/>
                  <a:pt x="4375914" y="3918903"/>
                </a:cubicBezTo>
                <a:cubicBezTo>
                  <a:pt x="4366185" y="3928633"/>
                  <a:pt x="4361320" y="3943736"/>
                  <a:pt x="4361320" y="3964212"/>
                </a:cubicBezTo>
                <a:cubicBezTo>
                  <a:pt x="4361320" y="3996731"/>
                  <a:pt x="4375636" y="4021022"/>
                  <a:pt x="4404268" y="4037085"/>
                </a:cubicBezTo>
                <a:cubicBezTo>
                  <a:pt x="4422426" y="4047461"/>
                  <a:pt x="4452409" y="4052649"/>
                  <a:pt x="4494217" y="4052649"/>
                </a:cubicBezTo>
                <a:lnTo>
                  <a:pt x="5078622" y="4052649"/>
                </a:lnTo>
                <a:lnTo>
                  <a:pt x="5264843" y="4075300"/>
                </a:lnTo>
                <a:cubicBezTo>
                  <a:pt x="5287878" y="4075300"/>
                  <a:pt x="5306673" y="4069840"/>
                  <a:pt x="5321230" y="4058920"/>
                </a:cubicBezTo>
                <a:cubicBezTo>
                  <a:pt x="5335787" y="4048000"/>
                  <a:pt x="5351752" y="4029062"/>
                  <a:pt x="5369126" y="4002106"/>
                </a:cubicBezTo>
                <a:cubicBezTo>
                  <a:pt x="5422647" y="3920077"/>
                  <a:pt x="5449408" y="3842841"/>
                  <a:pt x="5449408" y="3770395"/>
                </a:cubicBezTo>
                <a:cubicBezTo>
                  <a:pt x="5449408" y="3724647"/>
                  <a:pt x="5438597" y="3686446"/>
                  <a:pt x="5416975" y="3655790"/>
                </a:cubicBezTo>
                <a:cubicBezTo>
                  <a:pt x="5395354" y="3625134"/>
                  <a:pt x="5366612" y="3609806"/>
                  <a:pt x="5330751" y="3609806"/>
                </a:cubicBezTo>
                <a:cubicBezTo>
                  <a:pt x="5291930" y="3609806"/>
                  <a:pt x="5267652" y="3630897"/>
                  <a:pt x="5257918" y="3673079"/>
                </a:cubicBezTo>
                <a:cubicBezTo>
                  <a:pt x="5243611" y="3731386"/>
                  <a:pt x="5219593" y="3773314"/>
                  <a:pt x="5185866" y="3798862"/>
                </a:cubicBezTo>
                <a:cubicBezTo>
                  <a:pt x="5152139" y="3824410"/>
                  <a:pt x="5105343" y="3837184"/>
                  <a:pt x="5045474" y="3837184"/>
                </a:cubicBezTo>
                <a:cubicBezTo>
                  <a:pt x="4992845" y="3837184"/>
                  <a:pt x="4957528" y="3822721"/>
                  <a:pt x="4939521" y="3793795"/>
                </a:cubicBezTo>
                <a:cubicBezTo>
                  <a:pt x="4929279" y="3776724"/>
                  <a:pt x="4924157" y="3726132"/>
                  <a:pt x="4924157" y="3642017"/>
                </a:cubicBezTo>
                <a:lnTo>
                  <a:pt x="4924157" y="3256898"/>
                </a:lnTo>
                <a:cubicBezTo>
                  <a:pt x="4924157" y="3181020"/>
                  <a:pt x="4926541" y="3133305"/>
                  <a:pt x="4931310" y="3113752"/>
                </a:cubicBezTo>
                <a:cubicBezTo>
                  <a:pt x="4936080" y="3094199"/>
                  <a:pt x="4949500" y="3079483"/>
                  <a:pt x="4971571" y="3069606"/>
                </a:cubicBezTo>
                <a:cubicBezTo>
                  <a:pt x="5003110" y="3056306"/>
                  <a:pt x="5024769" y="3043947"/>
                  <a:pt x="5036549" y="3032528"/>
                </a:cubicBezTo>
                <a:cubicBezTo>
                  <a:pt x="5048329" y="3021109"/>
                  <a:pt x="5054219" y="3003882"/>
                  <a:pt x="5054219" y="2980848"/>
                </a:cubicBezTo>
                <a:cubicBezTo>
                  <a:pt x="5054219" y="2926560"/>
                  <a:pt x="5014765" y="2890828"/>
                  <a:pt x="4935858" y="2873650"/>
                </a:cubicBezTo>
                <a:cubicBezTo>
                  <a:pt x="4880446" y="2862106"/>
                  <a:pt x="4798119" y="2856335"/>
                  <a:pt x="4688876" y="2856335"/>
                </a:cubicBezTo>
                <a:close/>
                <a:moveTo>
                  <a:pt x="8388570" y="2855492"/>
                </a:moveTo>
                <a:cubicBezTo>
                  <a:pt x="8359839" y="2855492"/>
                  <a:pt x="8324312" y="2858229"/>
                  <a:pt x="8281988" y="2863702"/>
                </a:cubicBezTo>
                <a:cubicBezTo>
                  <a:pt x="8239663" y="2869175"/>
                  <a:pt x="8203632" y="2876302"/>
                  <a:pt x="8173894" y="2885083"/>
                </a:cubicBezTo>
                <a:cubicBezTo>
                  <a:pt x="8150548" y="2891447"/>
                  <a:pt x="8130232" y="2904088"/>
                  <a:pt x="8112948" y="2923004"/>
                </a:cubicBezTo>
                <a:cubicBezTo>
                  <a:pt x="8095663" y="2941919"/>
                  <a:pt x="8087021" y="2963438"/>
                  <a:pt x="8087021" y="2987560"/>
                </a:cubicBezTo>
                <a:cubicBezTo>
                  <a:pt x="8087021" y="3025035"/>
                  <a:pt x="8107996" y="3053815"/>
                  <a:pt x="8149946" y="3073899"/>
                </a:cubicBezTo>
                <a:cubicBezTo>
                  <a:pt x="8170743" y="3084302"/>
                  <a:pt x="8183535" y="3091584"/>
                  <a:pt x="8188322" y="3095747"/>
                </a:cubicBezTo>
                <a:cubicBezTo>
                  <a:pt x="8193109" y="3099910"/>
                  <a:pt x="8198489" y="3108628"/>
                  <a:pt x="8204461" y="3121901"/>
                </a:cubicBezTo>
                <a:cubicBezTo>
                  <a:pt x="8215666" y="3147904"/>
                  <a:pt x="8221269" y="3205209"/>
                  <a:pt x="8221269" y="3293816"/>
                </a:cubicBezTo>
                <a:cubicBezTo>
                  <a:pt x="8221269" y="3366119"/>
                  <a:pt x="8219047" y="3452970"/>
                  <a:pt x="8214603" y="3554369"/>
                </a:cubicBezTo>
                <a:cubicBezTo>
                  <a:pt x="8210159" y="3655767"/>
                  <a:pt x="8205557" y="3727616"/>
                  <a:pt x="8200797" y="3769914"/>
                </a:cubicBezTo>
                <a:cubicBezTo>
                  <a:pt x="8196179" y="3813219"/>
                  <a:pt x="8191284" y="3840719"/>
                  <a:pt x="8186108" y="3852414"/>
                </a:cubicBezTo>
                <a:cubicBezTo>
                  <a:pt x="8180934" y="3864110"/>
                  <a:pt x="8172802" y="3872739"/>
                  <a:pt x="8161713" y="3878301"/>
                </a:cubicBezTo>
                <a:cubicBezTo>
                  <a:pt x="8126903" y="3894516"/>
                  <a:pt x="8104912" y="3907210"/>
                  <a:pt x="8095739" y="3916383"/>
                </a:cubicBezTo>
                <a:cubicBezTo>
                  <a:pt x="8086566" y="3925555"/>
                  <a:pt x="8081980" y="3940379"/>
                  <a:pt x="8081980" y="3960855"/>
                </a:cubicBezTo>
                <a:cubicBezTo>
                  <a:pt x="8081980" y="4033239"/>
                  <a:pt x="8155370" y="4069430"/>
                  <a:pt x="8302151" y="4069430"/>
                </a:cubicBezTo>
                <a:cubicBezTo>
                  <a:pt x="8474668" y="4069430"/>
                  <a:pt x="8560926" y="4032401"/>
                  <a:pt x="8560926" y="3958342"/>
                </a:cubicBezTo>
                <a:cubicBezTo>
                  <a:pt x="8560926" y="3928229"/>
                  <a:pt x="8548420" y="3906693"/>
                  <a:pt x="8523406" y="3893732"/>
                </a:cubicBezTo>
                <a:cubicBezTo>
                  <a:pt x="8496288" y="3879816"/>
                  <a:pt x="8480366" y="3870800"/>
                  <a:pt x="8475637" y="3866681"/>
                </a:cubicBezTo>
                <a:cubicBezTo>
                  <a:pt x="8470908" y="3862563"/>
                  <a:pt x="8467229" y="3856372"/>
                  <a:pt x="8464599" y="3848109"/>
                </a:cubicBezTo>
                <a:cubicBezTo>
                  <a:pt x="8459455" y="3829086"/>
                  <a:pt x="8456884" y="3790875"/>
                  <a:pt x="8456884" y="3733477"/>
                </a:cubicBezTo>
                <a:cubicBezTo>
                  <a:pt x="8456884" y="3675133"/>
                  <a:pt x="8458746" y="3614517"/>
                  <a:pt x="8462473" y="3551627"/>
                </a:cubicBezTo>
                <a:cubicBezTo>
                  <a:pt x="8463552" y="3532685"/>
                  <a:pt x="8467447" y="3523214"/>
                  <a:pt x="8474160" y="3523214"/>
                </a:cubicBezTo>
                <a:cubicBezTo>
                  <a:pt x="8483368" y="3523214"/>
                  <a:pt x="8494046" y="3537164"/>
                  <a:pt x="8506197" y="3565066"/>
                </a:cubicBezTo>
                <a:lnTo>
                  <a:pt x="8616951" y="3814266"/>
                </a:lnTo>
                <a:cubicBezTo>
                  <a:pt x="8631596" y="3847489"/>
                  <a:pt x="8650256" y="3885912"/>
                  <a:pt x="8672930" y="3929533"/>
                </a:cubicBezTo>
                <a:cubicBezTo>
                  <a:pt x="8695604" y="3973155"/>
                  <a:pt x="8710367" y="3998660"/>
                  <a:pt x="8717222" y="4006050"/>
                </a:cubicBezTo>
                <a:cubicBezTo>
                  <a:pt x="8730086" y="4020331"/>
                  <a:pt x="8745276" y="4027471"/>
                  <a:pt x="8762792" y="4027471"/>
                </a:cubicBezTo>
                <a:cubicBezTo>
                  <a:pt x="8781512" y="4027471"/>
                  <a:pt x="8797326" y="4019488"/>
                  <a:pt x="8810233" y="4003523"/>
                </a:cubicBezTo>
                <a:cubicBezTo>
                  <a:pt x="8823140" y="3987558"/>
                  <a:pt x="8838486" y="3960080"/>
                  <a:pt x="8856270" y="3921089"/>
                </a:cubicBezTo>
                <a:lnTo>
                  <a:pt x="8956956" y="3695382"/>
                </a:lnTo>
                <a:cubicBezTo>
                  <a:pt x="8985740" y="3631735"/>
                  <a:pt x="9006403" y="3590622"/>
                  <a:pt x="9018945" y="3572045"/>
                </a:cubicBezTo>
                <a:cubicBezTo>
                  <a:pt x="9031488" y="3553468"/>
                  <a:pt x="9042314" y="3544180"/>
                  <a:pt x="9051424" y="3544180"/>
                </a:cubicBezTo>
                <a:cubicBezTo>
                  <a:pt x="9056202" y="3544180"/>
                  <a:pt x="9059998" y="3548871"/>
                  <a:pt x="9062810" y="3558253"/>
                </a:cubicBezTo>
                <a:cubicBezTo>
                  <a:pt x="9065622" y="3567635"/>
                  <a:pt x="9067028" y="3593600"/>
                  <a:pt x="9067028" y="3636147"/>
                </a:cubicBezTo>
                <a:cubicBezTo>
                  <a:pt x="9067028" y="3714895"/>
                  <a:pt x="9064537" y="3770009"/>
                  <a:pt x="9059554" y="3801490"/>
                </a:cubicBezTo>
                <a:cubicBezTo>
                  <a:pt x="9054570" y="3832970"/>
                  <a:pt x="9046526" y="3853199"/>
                  <a:pt x="9035418" y="3862175"/>
                </a:cubicBezTo>
                <a:cubicBezTo>
                  <a:pt x="9006359" y="3886003"/>
                  <a:pt x="8987721" y="3903223"/>
                  <a:pt x="8979506" y="3913835"/>
                </a:cubicBezTo>
                <a:cubicBezTo>
                  <a:pt x="8971292" y="3924448"/>
                  <a:pt x="8967185" y="3938445"/>
                  <a:pt x="8967185" y="3955828"/>
                </a:cubicBezTo>
                <a:cubicBezTo>
                  <a:pt x="8967185" y="4000880"/>
                  <a:pt x="8992916" y="4030395"/>
                  <a:pt x="9044378" y="4044372"/>
                </a:cubicBezTo>
                <a:cubicBezTo>
                  <a:pt x="9100234" y="4061639"/>
                  <a:pt x="9176418" y="4070273"/>
                  <a:pt x="9272932" y="4070273"/>
                </a:cubicBezTo>
                <a:cubicBezTo>
                  <a:pt x="9335590" y="4070273"/>
                  <a:pt x="9382096" y="4068840"/>
                  <a:pt x="9412448" y="4065974"/>
                </a:cubicBezTo>
                <a:cubicBezTo>
                  <a:pt x="9442802" y="4063108"/>
                  <a:pt x="9469320" y="4057267"/>
                  <a:pt x="9492008" y="4048451"/>
                </a:cubicBezTo>
                <a:cubicBezTo>
                  <a:pt x="9557624" y="4029240"/>
                  <a:pt x="9590434" y="3995848"/>
                  <a:pt x="9590434" y="3948273"/>
                </a:cubicBezTo>
                <a:cubicBezTo>
                  <a:pt x="9590434" y="3920069"/>
                  <a:pt x="9577651" y="3897444"/>
                  <a:pt x="9552084" y="3880400"/>
                </a:cubicBezTo>
                <a:cubicBezTo>
                  <a:pt x="9524736" y="3862510"/>
                  <a:pt x="9508363" y="3849894"/>
                  <a:pt x="9502965" y="3842553"/>
                </a:cubicBezTo>
                <a:cubicBezTo>
                  <a:pt x="9497568" y="3835212"/>
                  <a:pt x="9493349" y="3819722"/>
                  <a:pt x="9490310" y="3796081"/>
                </a:cubicBezTo>
                <a:cubicBezTo>
                  <a:pt x="9477072" y="3690270"/>
                  <a:pt x="9470453" y="3565917"/>
                  <a:pt x="9470453" y="3423023"/>
                </a:cubicBezTo>
                <a:cubicBezTo>
                  <a:pt x="9470453" y="3313129"/>
                  <a:pt x="9476884" y="3215166"/>
                  <a:pt x="9489748" y="3129135"/>
                </a:cubicBezTo>
                <a:cubicBezTo>
                  <a:pt x="9495337" y="3106449"/>
                  <a:pt x="9508236" y="3087421"/>
                  <a:pt x="9528444" y="3072053"/>
                </a:cubicBezTo>
                <a:cubicBezTo>
                  <a:pt x="9551426" y="3055134"/>
                  <a:pt x="9566664" y="3040715"/>
                  <a:pt x="9574161" y="3028797"/>
                </a:cubicBezTo>
                <a:cubicBezTo>
                  <a:pt x="9581658" y="3016879"/>
                  <a:pt x="9585406" y="3001177"/>
                  <a:pt x="9585406" y="2981690"/>
                </a:cubicBezTo>
                <a:cubicBezTo>
                  <a:pt x="9585406" y="2898120"/>
                  <a:pt x="9500267" y="2856335"/>
                  <a:pt x="9329988" y="2856335"/>
                </a:cubicBezTo>
                <a:cubicBezTo>
                  <a:pt x="9236362" y="2856335"/>
                  <a:pt x="9170972" y="2869430"/>
                  <a:pt x="9133818" y="2895619"/>
                </a:cubicBezTo>
                <a:cubicBezTo>
                  <a:pt x="9104482" y="2915792"/>
                  <a:pt x="9075479" y="2955131"/>
                  <a:pt x="9046811" y="3013635"/>
                </a:cubicBezTo>
                <a:cubicBezTo>
                  <a:pt x="9042336" y="3022584"/>
                  <a:pt x="9032294" y="3043885"/>
                  <a:pt x="9016686" y="3077536"/>
                </a:cubicBezTo>
                <a:lnTo>
                  <a:pt x="8900248" y="3301999"/>
                </a:lnTo>
                <a:cubicBezTo>
                  <a:pt x="8889293" y="3323384"/>
                  <a:pt x="8880692" y="3337099"/>
                  <a:pt x="8874449" y="3343143"/>
                </a:cubicBezTo>
                <a:cubicBezTo>
                  <a:pt x="8868204" y="3349186"/>
                  <a:pt x="8861748" y="3352208"/>
                  <a:pt x="8855080" y="3352208"/>
                </a:cubicBezTo>
                <a:cubicBezTo>
                  <a:pt x="8847352" y="3352208"/>
                  <a:pt x="8841092" y="3349630"/>
                  <a:pt x="8836300" y="3344473"/>
                </a:cubicBezTo>
                <a:cubicBezTo>
                  <a:pt x="8831509" y="3339316"/>
                  <a:pt x="8819798" y="3319476"/>
                  <a:pt x="8801167" y="3284951"/>
                </a:cubicBezTo>
                <a:lnTo>
                  <a:pt x="8621256" y="2954506"/>
                </a:lnTo>
                <a:cubicBezTo>
                  <a:pt x="8608644" y="2930064"/>
                  <a:pt x="8597442" y="2912302"/>
                  <a:pt x="8587654" y="2901222"/>
                </a:cubicBezTo>
                <a:cubicBezTo>
                  <a:pt x="8577867" y="2890142"/>
                  <a:pt x="8567420" y="2882462"/>
                  <a:pt x="8556312" y="2878183"/>
                </a:cubicBezTo>
                <a:cubicBezTo>
                  <a:pt x="8518142" y="2863056"/>
                  <a:pt x="8462228" y="2855492"/>
                  <a:pt x="8388570" y="2855492"/>
                </a:cubicBezTo>
                <a:close/>
                <a:moveTo>
                  <a:pt x="2892735" y="2855492"/>
                </a:moveTo>
                <a:cubicBezTo>
                  <a:pt x="2807338" y="2855492"/>
                  <a:pt x="2744120" y="2863700"/>
                  <a:pt x="2703084" y="2880115"/>
                </a:cubicBezTo>
                <a:cubicBezTo>
                  <a:pt x="2662047" y="2896531"/>
                  <a:pt x="2641529" y="2925352"/>
                  <a:pt x="2641529" y="2966581"/>
                </a:cubicBezTo>
                <a:cubicBezTo>
                  <a:pt x="2641529" y="3013532"/>
                  <a:pt x="2674248" y="3046086"/>
                  <a:pt x="2739688" y="3064245"/>
                </a:cubicBezTo>
                <a:cubicBezTo>
                  <a:pt x="2744724" y="3068675"/>
                  <a:pt x="2747243" y="3077794"/>
                  <a:pt x="2747243" y="3091602"/>
                </a:cubicBezTo>
                <a:cubicBezTo>
                  <a:pt x="2747243" y="3106436"/>
                  <a:pt x="2741916" y="3129826"/>
                  <a:pt x="2731264" y="3161775"/>
                </a:cubicBezTo>
                <a:lnTo>
                  <a:pt x="2690990" y="3279241"/>
                </a:lnTo>
                <a:cubicBezTo>
                  <a:pt x="2677057" y="3319988"/>
                  <a:pt x="2666440" y="3346113"/>
                  <a:pt x="2659139" y="3357617"/>
                </a:cubicBezTo>
                <a:cubicBezTo>
                  <a:pt x="2651838" y="3369121"/>
                  <a:pt x="2644961" y="3374873"/>
                  <a:pt x="2638507" y="3374873"/>
                </a:cubicBezTo>
                <a:cubicBezTo>
                  <a:pt x="2632776" y="3374873"/>
                  <a:pt x="2626375" y="3370052"/>
                  <a:pt x="2619306" y="3360412"/>
                </a:cubicBezTo>
                <a:cubicBezTo>
                  <a:pt x="2612237" y="3350771"/>
                  <a:pt x="2597961" y="3323090"/>
                  <a:pt x="2576478" y="3277369"/>
                </a:cubicBezTo>
                <a:lnTo>
                  <a:pt x="2528649" y="3174999"/>
                </a:lnTo>
                <a:cubicBezTo>
                  <a:pt x="2508708" y="3132478"/>
                  <a:pt x="2498737" y="3102442"/>
                  <a:pt x="2498737" y="3084890"/>
                </a:cubicBezTo>
                <a:cubicBezTo>
                  <a:pt x="2498737" y="3077322"/>
                  <a:pt x="2501416" y="3070721"/>
                  <a:pt x="2506773" y="3065087"/>
                </a:cubicBezTo>
                <a:cubicBezTo>
                  <a:pt x="2536413" y="3040030"/>
                  <a:pt x="2554649" y="3022823"/>
                  <a:pt x="2561482" y="3013467"/>
                </a:cubicBezTo>
                <a:cubicBezTo>
                  <a:pt x="2568315" y="3004112"/>
                  <a:pt x="2571731" y="2990720"/>
                  <a:pt x="2571731" y="2973293"/>
                </a:cubicBezTo>
                <a:cubicBezTo>
                  <a:pt x="2571731" y="2953281"/>
                  <a:pt x="2564767" y="2935120"/>
                  <a:pt x="2550838" y="2918812"/>
                </a:cubicBezTo>
                <a:cubicBezTo>
                  <a:pt x="2536910" y="2902503"/>
                  <a:pt x="2514569" y="2890347"/>
                  <a:pt x="2483815" y="2882342"/>
                </a:cubicBezTo>
                <a:cubicBezTo>
                  <a:pt x="2434199" y="2865004"/>
                  <a:pt x="2354871" y="2856335"/>
                  <a:pt x="2245833" y="2856335"/>
                </a:cubicBezTo>
                <a:cubicBezTo>
                  <a:pt x="2019626" y="2856335"/>
                  <a:pt x="1906523" y="2897839"/>
                  <a:pt x="1906523" y="2980848"/>
                </a:cubicBezTo>
                <a:cubicBezTo>
                  <a:pt x="1906523" y="3020257"/>
                  <a:pt x="1931300" y="3052812"/>
                  <a:pt x="1980854" y="3078512"/>
                </a:cubicBezTo>
                <a:cubicBezTo>
                  <a:pt x="1996561" y="3086820"/>
                  <a:pt x="2010659" y="3104193"/>
                  <a:pt x="2023147" y="3130633"/>
                </a:cubicBezTo>
                <a:lnTo>
                  <a:pt x="2051361" y="3201554"/>
                </a:lnTo>
                <a:cubicBezTo>
                  <a:pt x="2051575" y="3202098"/>
                  <a:pt x="2051682" y="3203484"/>
                  <a:pt x="2051682" y="3205713"/>
                </a:cubicBezTo>
                <a:cubicBezTo>
                  <a:pt x="2051682" y="3207059"/>
                  <a:pt x="2050706" y="3210076"/>
                  <a:pt x="2048753" y="3214765"/>
                </a:cubicBezTo>
                <a:lnTo>
                  <a:pt x="2017318" y="3302133"/>
                </a:lnTo>
                <a:cubicBezTo>
                  <a:pt x="1994854" y="3362928"/>
                  <a:pt x="1976771" y="3393325"/>
                  <a:pt x="1963070" y="3393325"/>
                </a:cubicBezTo>
                <a:cubicBezTo>
                  <a:pt x="1960342" y="3393325"/>
                  <a:pt x="1957719" y="3391473"/>
                  <a:pt x="1955201" y="3387770"/>
                </a:cubicBezTo>
                <a:cubicBezTo>
                  <a:pt x="1952683" y="3384065"/>
                  <a:pt x="1944234" y="3365620"/>
                  <a:pt x="1929856" y="3332432"/>
                </a:cubicBezTo>
                <a:lnTo>
                  <a:pt x="1880971" y="3241454"/>
                </a:lnTo>
                <a:cubicBezTo>
                  <a:pt x="1854273" y="3162858"/>
                  <a:pt x="1840924" y="3110389"/>
                  <a:pt x="1840924" y="3084047"/>
                </a:cubicBezTo>
                <a:cubicBezTo>
                  <a:pt x="1840924" y="3071657"/>
                  <a:pt x="1843972" y="3060639"/>
                  <a:pt x="1850070" y="3050994"/>
                </a:cubicBezTo>
                <a:cubicBezTo>
                  <a:pt x="1863218" y="3032069"/>
                  <a:pt x="1871274" y="3018713"/>
                  <a:pt x="1874238" y="3010927"/>
                </a:cubicBezTo>
                <a:cubicBezTo>
                  <a:pt x="1877202" y="3003140"/>
                  <a:pt x="1878684" y="2991995"/>
                  <a:pt x="1878684" y="2977492"/>
                </a:cubicBezTo>
                <a:cubicBezTo>
                  <a:pt x="1878684" y="2928143"/>
                  <a:pt x="1845635" y="2894750"/>
                  <a:pt x="1779536" y="2877314"/>
                </a:cubicBezTo>
                <a:cubicBezTo>
                  <a:pt x="1747677" y="2863328"/>
                  <a:pt x="1680762" y="2856335"/>
                  <a:pt x="1578793" y="2856335"/>
                </a:cubicBezTo>
                <a:cubicBezTo>
                  <a:pt x="1371601" y="2856335"/>
                  <a:pt x="1268005" y="2901476"/>
                  <a:pt x="1268005" y="2991759"/>
                </a:cubicBezTo>
                <a:cubicBezTo>
                  <a:pt x="1268005" y="3033682"/>
                  <a:pt x="1287010" y="3064000"/>
                  <a:pt x="1325020" y="3082710"/>
                </a:cubicBezTo>
                <a:cubicBezTo>
                  <a:pt x="1344693" y="3093871"/>
                  <a:pt x="1356253" y="3101579"/>
                  <a:pt x="1359698" y="3105836"/>
                </a:cubicBezTo>
                <a:cubicBezTo>
                  <a:pt x="1363143" y="3110093"/>
                  <a:pt x="1370972" y="3127624"/>
                  <a:pt x="1383185" y="3158432"/>
                </a:cubicBezTo>
                <a:lnTo>
                  <a:pt x="1691954" y="3947979"/>
                </a:lnTo>
                <a:cubicBezTo>
                  <a:pt x="1709827" y="3993236"/>
                  <a:pt x="1730305" y="4025352"/>
                  <a:pt x="1753388" y="4044326"/>
                </a:cubicBezTo>
                <a:cubicBezTo>
                  <a:pt x="1776472" y="4063299"/>
                  <a:pt x="1807772" y="4072786"/>
                  <a:pt x="1847288" y="4072786"/>
                </a:cubicBezTo>
                <a:cubicBezTo>
                  <a:pt x="1890986" y="4072786"/>
                  <a:pt x="1923886" y="4063337"/>
                  <a:pt x="1945988" y="4044439"/>
                </a:cubicBezTo>
                <a:cubicBezTo>
                  <a:pt x="1968091" y="4025541"/>
                  <a:pt x="1988819" y="3992657"/>
                  <a:pt x="2008172" y="3945786"/>
                </a:cubicBezTo>
                <a:lnTo>
                  <a:pt x="2126467" y="3651792"/>
                </a:lnTo>
                <a:cubicBezTo>
                  <a:pt x="2149912" y="3593751"/>
                  <a:pt x="2164778" y="3559490"/>
                  <a:pt x="2171067" y="3549007"/>
                </a:cubicBezTo>
                <a:cubicBezTo>
                  <a:pt x="2177356" y="3538524"/>
                  <a:pt x="2182979" y="3533282"/>
                  <a:pt x="2187935" y="3533282"/>
                </a:cubicBezTo>
                <a:cubicBezTo>
                  <a:pt x="2190279" y="3533282"/>
                  <a:pt x="2192482" y="3534568"/>
                  <a:pt x="2194540" y="3537140"/>
                </a:cubicBezTo>
                <a:cubicBezTo>
                  <a:pt x="2196600" y="3539711"/>
                  <a:pt x="2201560" y="3543515"/>
                  <a:pt x="2209423" y="3548552"/>
                </a:cubicBezTo>
                <a:lnTo>
                  <a:pt x="2375547" y="3942898"/>
                </a:lnTo>
                <a:cubicBezTo>
                  <a:pt x="2391549" y="3995456"/>
                  <a:pt x="2411102" y="4029963"/>
                  <a:pt x="2434208" y="4046418"/>
                </a:cubicBezTo>
                <a:cubicBezTo>
                  <a:pt x="2457313" y="4062874"/>
                  <a:pt x="2487657" y="4071102"/>
                  <a:pt x="2525239" y="4071102"/>
                </a:cubicBezTo>
                <a:cubicBezTo>
                  <a:pt x="2553693" y="4071102"/>
                  <a:pt x="2576794" y="4066339"/>
                  <a:pt x="2594542" y="4056814"/>
                </a:cubicBezTo>
                <a:cubicBezTo>
                  <a:pt x="2612290" y="4047290"/>
                  <a:pt x="2629018" y="4029093"/>
                  <a:pt x="2644725" y="4002226"/>
                </a:cubicBezTo>
                <a:cubicBezTo>
                  <a:pt x="2659335" y="3978737"/>
                  <a:pt x="2674464" y="3949026"/>
                  <a:pt x="2690113" y="3913093"/>
                </a:cubicBezTo>
                <a:cubicBezTo>
                  <a:pt x="2705763" y="3877160"/>
                  <a:pt x="2749480" y="3770136"/>
                  <a:pt x="2821266" y="3592022"/>
                </a:cubicBezTo>
                <a:lnTo>
                  <a:pt x="2971118" y="3174330"/>
                </a:lnTo>
                <a:cubicBezTo>
                  <a:pt x="2987244" y="3144298"/>
                  <a:pt x="2998890" y="3122853"/>
                  <a:pt x="3006057" y="3109994"/>
                </a:cubicBezTo>
                <a:cubicBezTo>
                  <a:pt x="3013224" y="3097136"/>
                  <a:pt x="3023480" y="3085024"/>
                  <a:pt x="3036824" y="3073658"/>
                </a:cubicBezTo>
                <a:cubicBezTo>
                  <a:pt x="3061178" y="3052870"/>
                  <a:pt x="3077852" y="3035483"/>
                  <a:pt x="3086846" y="3021497"/>
                </a:cubicBezTo>
                <a:cubicBezTo>
                  <a:pt x="3095840" y="3007510"/>
                  <a:pt x="3100337" y="2990886"/>
                  <a:pt x="3100337" y="2971622"/>
                </a:cubicBezTo>
                <a:cubicBezTo>
                  <a:pt x="3100337" y="2927247"/>
                  <a:pt x="3079358" y="2897179"/>
                  <a:pt x="3037399" y="2881419"/>
                </a:cubicBezTo>
                <a:cubicBezTo>
                  <a:pt x="2997526" y="2864134"/>
                  <a:pt x="2949305" y="2855492"/>
                  <a:pt x="2892735" y="2855492"/>
                </a:cubicBezTo>
                <a:close/>
                <a:moveTo>
                  <a:pt x="7392320" y="2849622"/>
                </a:moveTo>
                <a:cubicBezTo>
                  <a:pt x="7297696" y="2849622"/>
                  <a:pt x="7211184" y="2864611"/>
                  <a:pt x="7132783" y="2894590"/>
                </a:cubicBezTo>
                <a:cubicBezTo>
                  <a:pt x="7015910" y="2938340"/>
                  <a:pt x="6922984" y="3006779"/>
                  <a:pt x="6854005" y="3099906"/>
                </a:cubicBezTo>
                <a:cubicBezTo>
                  <a:pt x="6776354" y="3204594"/>
                  <a:pt x="6737528" y="3325448"/>
                  <a:pt x="6737528" y="3462468"/>
                </a:cubicBezTo>
                <a:cubicBezTo>
                  <a:pt x="6737528" y="3580599"/>
                  <a:pt x="6767699" y="3688509"/>
                  <a:pt x="6828038" y="3786200"/>
                </a:cubicBezTo>
                <a:cubicBezTo>
                  <a:pt x="6890313" y="3887679"/>
                  <a:pt x="6976433" y="3963463"/>
                  <a:pt x="7086398" y="4013552"/>
                </a:cubicBezTo>
                <a:cubicBezTo>
                  <a:pt x="7176735" y="4054717"/>
                  <a:pt x="7271715" y="4075300"/>
                  <a:pt x="7371340" y="4075300"/>
                </a:cubicBezTo>
                <a:cubicBezTo>
                  <a:pt x="7447066" y="4075300"/>
                  <a:pt x="7522405" y="4063288"/>
                  <a:pt x="7597355" y="4039265"/>
                </a:cubicBezTo>
                <a:cubicBezTo>
                  <a:pt x="7720317" y="3999427"/>
                  <a:pt x="7819612" y="3934242"/>
                  <a:pt x="7895240" y="3843710"/>
                </a:cubicBezTo>
                <a:cubicBezTo>
                  <a:pt x="7985309" y="3736320"/>
                  <a:pt x="8030344" y="3614553"/>
                  <a:pt x="8030344" y="3478406"/>
                </a:cubicBezTo>
                <a:cubicBezTo>
                  <a:pt x="8030344" y="3386581"/>
                  <a:pt x="8007595" y="3294587"/>
                  <a:pt x="7962097" y="3202423"/>
                </a:cubicBezTo>
                <a:cubicBezTo>
                  <a:pt x="7915708" y="3110224"/>
                  <a:pt x="7857351" y="3039842"/>
                  <a:pt x="7787026" y="2991278"/>
                </a:cubicBezTo>
                <a:cubicBezTo>
                  <a:pt x="7671499" y="2896841"/>
                  <a:pt x="7539930" y="2849622"/>
                  <a:pt x="7392320" y="2849622"/>
                </a:cubicBezTo>
                <a:close/>
                <a:moveTo>
                  <a:pt x="6110942" y="2849622"/>
                </a:moveTo>
                <a:cubicBezTo>
                  <a:pt x="6021516" y="2849622"/>
                  <a:pt x="5934451" y="2868057"/>
                  <a:pt x="5849748" y="2904926"/>
                </a:cubicBezTo>
                <a:cubicBezTo>
                  <a:pt x="5738900" y="2953169"/>
                  <a:pt x="5649046" y="3022914"/>
                  <a:pt x="5580183" y="3114160"/>
                </a:cubicBezTo>
                <a:cubicBezTo>
                  <a:pt x="5500847" y="3219365"/>
                  <a:pt x="5461179" y="3336025"/>
                  <a:pt x="5461179" y="3464139"/>
                </a:cubicBezTo>
                <a:cubicBezTo>
                  <a:pt x="5461179" y="3574666"/>
                  <a:pt x="5498021" y="3682737"/>
                  <a:pt x="5571706" y="3788353"/>
                </a:cubicBezTo>
                <a:cubicBezTo>
                  <a:pt x="5625717" y="3886765"/>
                  <a:pt x="5708240" y="3960993"/>
                  <a:pt x="5819275" y="4011038"/>
                </a:cubicBezTo>
                <a:cubicBezTo>
                  <a:pt x="5914104" y="4053879"/>
                  <a:pt x="6009647" y="4075300"/>
                  <a:pt x="6105901" y="4075300"/>
                </a:cubicBezTo>
                <a:cubicBezTo>
                  <a:pt x="6198225" y="4075300"/>
                  <a:pt x="6286895" y="4054909"/>
                  <a:pt x="6371909" y="4014127"/>
                </a:cubicBezTo>
                <a:cubicBezTo>
                  <a:pt x="6405988" y="3997894"/>
                  <a:pt x="6434113" y="3987736"/>
                  <a:pt x="6456282" y="3983653"/>
                </a:cubicBezTo>
                <a:cubicBezTo>
                  <a:pt x="6493784" y="3976263"/>
                  <a:pt x="6521703" y="3964657"/>
                  <a:pt x="6540040" y="3948835"/>
                </a:cubicBezTo>
                <a:cubicBezTo>
                  <a:pt x="6564982" y="3928992"/>
                  <a:pt x="6587858" y="3897663"/>
                  <a:pt x="6608668" y="3854848"/>
                </a:cubicBezTo>
                <a:cubicBezTo>
                  <a:pt x="6629478" y="3812033"/>
                  <a:pt x="6639883" y="3773252"/>
                  <a:pt x="6639883" y="3738504"/>
                </a:cubicBezTo>
                <a:cubicBezTo>
                  <a:pt x="6639883" y="3709230"/>
                  <a:pt x="6631379" y="3683537"/>
                  <a:pt x="6614371" y="3661426"/>
                </a:cubicBezTo>
                <a:cubicBezTo>
                  <a:pt x="6597362" y="3639314"/>
                  <a:pt x="6576107" y="3628258"/>
                  <a:pt x="6550603" y="3628258"/>
                </a:cubicBezTo>
                <a:cubicBezTo>
                  <a:pt x="6532543" y="3628258"/>
                  <a:pt x="6514144" y="3638327"/>
                  <a:pt x="6495406" y="3658464"/>
                </a:cubicBezTo>
                <a:cubicBezTo>
                  <a:pt x="6466801" y="3684030"/>
                  <a:pt x="6431380" y="3703986"/>
                  <a:pt x="6389145" y="3718334"/>
                </a:cubicBezTo>
                <a:cubicBezTo>
                  <a:pt x="6346910" y="3732681"/>
                  <a:pt x="6303957" y="3739855"/>
                  <a:pt x="6260286" y="3739855"/>
                </a:cubicBezTo>
                <a:cubicBezTo>
                  <a:pt x="6143920" y="3739855"/>
                  <a:pt x="6054444" y="3689200"/>
                  <a:pt x="5991858" y="3587890"/>
                </a:cubicBezTo>
                <a:cubicBezTo>
                  <a:pt x="5945059" y="3510970"/>
                  <a:pt x="5921659" y="3425809"/>
                  <a:pt x="5921659" y="3332405"/>
                </a:cubicBezTo>
                <a:cubicBezTo>
                  <a:pt x="5921659" y="3266342"/>
                  <a:pt x="5937044" y="3214364"/>
                  <a:pt x="5967816" y="3176470"/>
                </a:cubicBezTo>
                <a:cubicBezTo>
                  <a:pt x="5998588" y="3138576"/>
                  <a:pt x="6039861" y="3119628"/>
                  <a:pt x="6091635" y="3119628"/>
                </a:cubicBezTo>
                <a:cubicBezTo>
                  <a:pt x="6147125" y="3119628"/>
                  <a:pt x="6202170" y="3138647"/>
                  <a:pt x="6256769" y="3176683"/>
                </a:cubicBezTo>
                <a:cubicBezTo>
                  <a:pt x="6273813" y="3189155"/>
                  <a:pt x="6289511" y="3204563"/>
                  <a:pt x="6303863" y="3222908"/>
                </a:cubicBezTo>
                <a:cubicBezTo>
                  <a:pt x="6318215" y="3241253"/>
                  <a:pt x="6337206" y="3272128"/>
                  <a:pt x="6360838" y="3315531"/>
                </a:cubicBezTo>
                <a:cubicBezTo>
                  <a:pt x="6378862" y="3349182"/>
                  <a:pt x="6398117" y="3373050"/>
                  <a:pt x="6418602" y="3387134"/>
                </a:cubicBezTo>
                <a:cubicBezTo>
                  <a:pt x="6439087" y="3401219"/>
                  <a:pt x="6465464" y="3408261"/>
                  <a:pt x="6497733" y="3408261"/>
                </a:cubicBezTo>
                <a:cubicBezTo>
                  <a:pt x="6532935" y="3408261"/>
                  <a:pt x="6564460" y="3398977"/>
                  <a:pt x="6592308" y="3380409"/>
                </a:cubicBezTo>
                <a:cubicBezTo>
                  <a:pt x="6644162" y="3345420"/>
                  <a:pt x="6670089" y="3291106"/>
                  <a:pt x="6670089" y="3217466"/>
                </a:cubicBezTo>
                <a:cubicBezTo>
                  <a:pt x="6670089" y="3117521"/>
                  <a:pt x="6641835" y="3033406"/>
                  <a:pt x="6585328" y="2965123"/>
                </a:cubicBezTo>
                <a:cubicBezTo>
                  <a:pt x="6560039" y="2933995"/>
                  <a:pt x="6530003" y="2918431"/>
                  <a:pt x="6495219" y="2918431"/>
                </a:cubicBezTo>
                <a:cubicBezTo>
                  <a:pt x="6485146" y="2918431"/>
                  <a:pt x="6475697" y="2919447"/>
                  <a:pt x="6466872" y="2921479"/>
                </a:cubicBezTo>
                <a:cubicBezTo>
                  <a:pt x="6446084" y="2926159"/>
                  <a:pt x="6431202" y="2928499"/>
                  <a:pt x="6422225" y="2928499"/>
                </a:cubicBezTo>
                <a:cubicBezTo>
                  <a:pt x="6410637" y="2928499"/>
                  <a:pt x="6388271" y="2920730"/>
                  <a:pt x="6355128" y="2905193"/>
                </a:cubicBezTo>
                <a:cubicBezTo>
                  <a:pt x="6276398" y="2868146"/>
                  <a:pt x="6195003" y="2849622"/>
                  <a:pt x="6110942" y="2849622"/>
                </a:cubicBezTo>
                <a:close/>
                <a:moveTo>
                  <a:pt x="10603157" y="2840396"/>
                </a:moveTo>
                <a:cubicBezTo>
                  <a:pt x="10595098" y="2840396"/>
                  <a:pt x="10584219" y="2842339"/>
                  <a:pt x="10570517" y="2846226"/>
                </a:cubicBezTo>
                <a:cubicBezTo>
                  <a:pt x="10533096" y="2857208"/>
                  <a:pt x="10495282" y="2864435"/>
                  <a:pt x="10457075" y="2867907"/>
                </a:cubicBezTo>
                <a:cubicBezTo>
                  <a:pt x="10418870" y="2871379"/>
                  <a:pt x="10355690" y="2873115"/>
                  <a:pt x="10267538" y="2873115"/>
                </a:cubicBezTo>
                <a:lnTo>
                  <a:pt x="9836260" y="2873115"/>
                </a:lnTo>
                <a:cubicBezTo>
                  <a:pt x="9772489" y="2873115"/>
                  <a:pt x="9731363" y="2875634"/>
                  <a:pt x="9712884" y="2880670"/>
                </a:cubicBezTo>
                <a:cubicBezTo>
                  <a:pt x="9686596" y="2886678"/>
                  <a:pt x="9666969" y="2898211"/>
                  <a:pt x="9654003" y="2915269"/>
                </a:cubicBezTo>
                <a:cubicBezTo>
                  <a:pt x="9641037" y="2932326"/>
                  <a:pt x="9634555" y="2951667"/>
                  <a:pt x="9634555" y="2973293"/>
                </a:cubicBezTo>
                <a:cubicBezTo>
                  <a:pt x="9634555" y="3014967"/>
                  <a:pt x="9651322" y="3040800"/>
                  <a:pt x="9684857" y="3050793"/>
                </a:cubicBezTo>
                <a:cubicBezTo>
                  <a:pt x="9710780" y="3058308"/>
                  <a:pt x="9726132" y="3063658"/>
                  <a:pt x="9730915" y="3066845"/>
                </a:cubicBezTo>
                <a:cubicBezTo>
                  <a:pt x="9735697" y="3070032"/>
                  <a:pt x="9741124" y="3077701"/>
                  <a:pt x="9747194" y="3089850"/>
                </a:cubicBezTo>
                <a:cubicBezTo>
                  <a:pt x="9771111" y="3140189"/>
                  <a:pt x="9783069" y="3271945"/>
                  <a:pt x="9783069" y="3485119"/>
                </a:cubicBezTo>
                <a:cubicBezTo>
                  <a:pt x="9783069" y="3626810"/>
                  <a:pt x="9773928" y="3739481"/>
                  <a:pt x="9755645" y="3823131"/>
                </a:cubicBezTo>
                <a:cubicBezTo>
                  <a:pt x="9751670" y="3841512"/>
                  <a:pt x="9746503" y="3854872"/>
                  <a:pt x="9740148" y="3863212"/>
                </a:cubicBezTo>
                <a:cubicBezTo>
                  <a:pt x="9733792" y="3871551"/>
                  <a:pt x="9722261" y="3879335"/>
                  <a:pt x="9705556" y="3886565"/>
                </a:cubicBezTo>
                <a:cubicBezTo>
                  <a:pt x="9681604" y="3897707"/>
                  <a:pt x="9665181" y="3908097"/>
                  <a:pt x="9656289" y="3917733"/>
                </a:cubicBezTo>
                <a:cubicBezTo>
                  <a:pt x="9647398" y="3927369"/>
                  <a:pt x="9642952" y="3942581"/>
                  <a:pt x="9642952" y="3963369"/>
                </a:cubicBezTo>
                <a:cubicBezTo>
                  <a:pt x="9642952" y="3991921"/>
                  <a:pt x="9652583" y="4013939"/>
                  <a:pt x="9671847" y="4029423"/>
                </a:cubicBezTo>
                <a:cubicBezTo>
                  <a:pt x="9691111" y="4044907"/>
                  <a:pt x="9717109" y="4052649"/>
                  <a:pt x="9749842" y="4052649"/>
                </a:cubicBezTo>
                <a:lnTo>
                  <a:pt x="10460873" y="4052649"/>
                </a:lnTo>
                <a:cubicBezTo>
                  <a:pt x="10519733" y="4054298"/>
                  <a:pt x="10570317" y="4058492"/>
                  <a:pt x="10612623" y="4065232"/>
                </a:cubicBezTo>
                <a:cubicBezTo>
                  <a:pt x="10625603" y="4068592"/>
                  <a:pt x="10638390" y="4070273"/>
                  <a:pt x="10650986" y="4070273"/>
                </a:cubicBezTo>
                <a:cubicBezTo>
                  <a:pt x="10667940" y="4070273"/>
                  <a:pt x="10681789" y="4066152"/>
                  <a:pt x="10692530" y="4057911"/>
                </a:cubicBezTo>
                <a:cubicBezTo>
                  <a:pt x="10703272" y="4049670"/>
                  <a:pt x="10716251" y="4034308"/>
                  <a:pt x="10731467" y="4011827"/>
                </a:cubicBezTo>
                <a:cubicBezTo>
                  <a:pt x="10756391" y="3973050"/>
                  <a:pt x="10777795" y="3927704"/>
                  <a:pt x="10795676" y="3875787"/>
                </a:cubicBezTo>
                <a:cubicBezTo>
                  <a:pt x="10813558" y="3823871"/>
                  <a:pt x="10822499" y="3780348"/>
                  <a:pt x="10822499" y="3745217"/>
                </a:cubicBezTo>
                <a:cubicBezTo>
                  <a:pt x="10822499" y="3710906"/>
                  <a:pt x="10813326" y="3681576"/>
                  <a:pt x="10794981" y="3657227"/>
                </a:cubicBezTo>
                <a:cubicBezTo>
                  <a:pt x="10776636" y="3632878"/>
                  <a:pt x="10752688" y="3620703"/>
                  <a:pt x="10723137" y="3620703"/>
                </a:cubicBezTo>
                <a:cubicBezTo>
                  <a:pt x="10698748" y="3620703"/>
                  <a:pt x="10678990" y="3627427"/>
                  <a:pt x="10663862" y="3640874"/>
                </a:cubicBezTo>
                <a:cubicBezTo>
                  <a:pt x="10648735" y="3654321"/>
                  <a:pt x="10632837" y="3678307"/>
                  <a:pt x="10616167" y="3712832"/>
                </a:cubicBezTo>
                <a:cubicBezTo>
                  <a:pt x="10591029" y="3765737"/>
                  <a:pt x="10558684" y="3802205"/>
                  <a:pt x="10519132" y="3822235"/>
                </a:cubicBezTo>
                <a:cubicBezTo>
                  <a:pt x="10479579" y="3842266"/>
                  <a:pt x="10419208" y="3852281"/>
                  <a:pt x="10338018" y="3852281"/>
                </a:cubicBezTo>
                <a:cubicBezTo>
                  <a:pt x="10285014" y="3852281"/>
                  <a:pt x="10249034" y="3849655"/>
                  <a:pt x="10230078" y="3844405"/>
                </a:cubicBezTo>
                <a:cubicBezTo>
                  <a:pt x="10211122" y="3839154"/>
                  <a:pt x="10199946" y="3830169"/>
                  <a:pt x="10196549" y="3817448"/>
                </a:cubicBezTo>
                <a:cubicBezTo>
                  <a:pt x="10193474" y="3806903"/>
                  <a:pt x="10190191" y="3781636"/>
                  <a:pt x="10186701" y="3741647"/>
                </a:cubicBezTo>
                <a:cubicBezTo>
                  <a:pt x="10183211" y="3701658"/>
                  <a:pt x="10181467" y="3667891"/>
                  <a:pt x="10181467" y="3640346"/>
                </a:cubicBezTo>
                <a:cubicBezTo>
                  <a:pt x="10181467" y="3600241"/>
                  <a:pt x="10184861" y="3574327"/>
                  <a:pt x="10191649" y="3562605"/>
                </a:cubicBezTo>
                <a:cubicBezTo>
                  <a:pt x="10198437" y="3550883"/>
                  <a:pt x="10210866" y="3545022"/>
                  <a:pt x="10228935" y="3545022"/>
                </a:cubicBezTo>
                <a:cubicBezTo>
                  <a:pt x="10284274" y="3545022"/>
                  <a:pt x="10315487" y="3571725"/>
                  <a:pt x="10322574" y="3625129"/>
                </a:cubicBezTo>
                <a:cubicBezTo>
                  <a:pt x="10326879" y="3658878"/>
                  <a:pt x="10333932" y="3682352"/>
                  <a:pt x="10343734" y="3695549"/>
                </a:cubicBezTo>
                <a:cubicBezTo>
                  <a:pt x="10353535" y="3708747"/>
                  <a:pt x="10370928" y="3715345"/>
                  <a:pt x="10395915" y="3715345"/>
                </a:cubicBezTo>
                <a:cubicBezTo>
                  <a:pt x="10434281" y="3715345"/>
                  <a:pt x="10458774" y="3699964"/>
                  <a:pt x="10469390" y="3669201"/>
                </a:cubicBezTo>
                <a:cubicBezTo>
                  <a:pt x="10505663" y="3603584"/>
                  <a:pt x="10523798" y="3525442"/>
                  <a:pt x="10523798" y="3434776"/>
                </a:cubicBezTo>
                <a:cubicBezTo>
                  <a:pt x="10523798" y="3389804"/>
                  <a:pt x="10519539" y="3345728"/>
                  <a:pt x="10511022" y="3302547"/>
                </a:cubicBezTo>
                <a:cubicBezTo>
                  <a:pt x="10502504" y="3259368"/>
                  <a:pt x="10489042" y="3226139"/>
                  <a:pt x="10470634" y="3202865"/>
                </a:cubicBezTo>
                <a:cubicBezTo>
                  <a:pt x="10456006" y="3181051"/>
                  <a:pt x="10434175" y="3170145"/>
                  <a:pt x="10405141" y="3170145"/>
                </a:cubicBezTo>
                <a:cubicBezTo>
                  <a:pt x="10385316" y="3170145"/>
                  <a:pt x="10366926" y="3177410"/>
                  <a:pt x="10349972" y="3191941"/>
                </a:cubicBezTo>
                <a:cubicBezTo>
                  <a:pt x="10338241" y="3201327"/>
                  <a:pt x="10329948" y="3212978"/>
                  <a:pt x="10325094" y="3226893"/>
                </a:cubicBezTo>
                <a:cubicBezTo>
                  <a:pt x="10320240" y="3240808"/>
                  <a:pt x="10315768" y="3264729"/>
                  <a:pt x="10311676" y="3298657"/>
                </a:cubicBezTo>
                <a:cubicBezTo>
                  <a:pt x="10309359" y="3319542"/>
                  <a:pt x="10304478" y="3333410"/>
                  <a:pt x="10297035" y="3340261"/>
                </a:cubicBezTo>
                <a:cubicBezTo>
                  <a:pt x="10289591" y="3347112"/>
                  <a:pt x="10276403" y="3350537"/>
                  <a:pt x="10257469" y="3350537"/>
                </a:cubicBezTo>
                <a:cubicBezTo>
                  <a:pt x="10213647" y="3350537"/>
                  <a:pt x="10188206" y="3347977"/>
                  <a:pt x="10181146" y="3342855"/>
                </a:cubicBezTo>
                <a:cubicBezTo>
                  <a:pt x="10174086" y="3337734"/>
                  <a:pt x="10170556" y="3321107"/>
                  <a:pt x="10170556" y="3292974"/>
                </a:cubicBezTo>
                <a:cubicBezTo>
                  <a:pt x="10170556" y="3206105"/>
                  <a:pt x="10171161" y="3153703"/>
                  <a:pt x="10172374" y="3135767"/>
                </a:cubicBezTo>
                <a:cubicBezTo>
                  <a:pt x="10173587" y="3117832"/>
                  <a:pt x="10178017" y="3101684"/>
                  <a:pt x="10185665" y="3087323"/>
                </a:cubicBezTo>
                <a:cubicBezTo>
                  <a:pt x="10194508" y="3074175"/>
                  <a:pt x="10227674" y="3067601"/>
                  <a:pt x="10285161" y="3067601"/>
                </a:cubicBezTo>
                <a:cubicBezTo>
                  <a:pt x="10369159" y="3067601"/>
                  <a:pt x="10428688" y="3073444"/>
                  <a:pt x="10463748" y="3085131"/>
                </a:cubicBezTo>
                <a:cubicBezTo>
                  <a:pt x="10498807" y="3096817"/>
                  <a:pt x="10527596" y="3119802"/>
                  <a:pt x="10550113" y="3154086"/>
                </a:cubicBezTo>
                <a:cubicBezTo>
                  <a:pt x="10568431" y="3181863"/>
                  <a:pt x="10583967" y="3200404"/>
                  <a:pt x="10596718" y="3209711"/>
                </a:cubicBezTo>
                <a:cubicBezTo>
                  <a:pt x="10609470" y="3219017"/>
                  <a:pt x="10626998" y="3223670"/>
                  <a:pt x="10649301" y="3223670"/>
                </a:cubicBezTo>
                <a:cubicBezTo>
                  <a:pt x="10682301" y="3223670"/>
                  <a:pt x="10707950" y="3211195"/>
                  <a:pt x="10726246" y="3186244"/>
                </a:cubicBezTo>
                <a:cubicBezTo>
                  <a:pt x="10744543" y="3161293"/>
                  <a:pt x="10753690" y="3128908"/>
                  <a:pt x="10753690" y="3089088"/>
                </a:cubicBezTo>
                <a:cubicBezTo>
                  <a:pt x="10753690" y="3013683"/>
                  <a:pt x="10735234" y="2957475"/>
                  <a:pt x="10698320" y="2920463"/>
                </a:cubicBezTo>
                <a:cubicBezTo>
                  <a:pt x="10670258" y="2867085"/>
                  <a:pt x="10638537" y="2840396"/>
                  <a:pt x="10603157" y="2840396"/>
                </a:cubicBezTo>
                <a:close/>
                <a:moveTo>
                  <a:pt x="4088058" y="2840396"/>
                </a:moveTo>
                <a:cubicBezTo>
                  <a:pt x="4080000" y="2840396"/>
                  <a:pt x="4069120" y="2842339"/>
                  <a:pt x="4055418" y="2846226"/>
                </a:cubicBezTo>
                <a:cubicBezTo>
                  <a:pt x="4017997" y="2857208"/>
                  <a:pt x="3980183" y="2864435"/>
                  <a:pt x="3941976" y="2867907"/>
                </a:cubicBezTo>
                <a:cubicBezTo>
                  <a:pt x="3903770" y="2871379"/>
                  <a:pt x="3840591" y="2873115"/>
                  <a:pt x="3752438" y="2873115"/>
                </a:cubicBezTo>
                <a:lnTo>
                  <a:pt x="3321161" y="2873115"/>
                </a:lnTo>
                <a:cubicBezTo>
                  <a:pt x="3257389" y="2873115"/>
                  <a:pt x="3216264" y="2875634"/>
                  <a:pt x="3197784" y="2880670"/>
                </a:cubicBezTo>
                <a:cubicBezTo>
                  <a:pt x="3171496" y="2886678"/>
                  <a:pt x="3151870" y="2898211"/>
                  <a:pt x="3138904" y="2915269"/>
                </a:cubicBezTo>
                <a:cubicBezTo>
                  <a:pt x="3125939" y="2932326"/>
                  <a:pt x="3119455" y="2951667"/>
                  <a:pt x="3119455" y="2973293"/>
                </a:cubicBezTo>
                <a:cubicBezTo>
                  <a:pt x="3119455" y="3014967"/>
                  <a:pt x="3136223" y="3040800"/>
                  <a:pt x="3169759" y="3050793"/>
                </a:cubicBezTo>
                <a:cubicBezTo>
                  <a:pt x="3195681" y="3058308"/>
                  <a:pt x="3211033" y="3063658"/>
                  <a:pt x="3215816" y="3066845"/>
                </a:cubicBezTo>
                <a:cubicBezTo>
                  <a:pt x="3220598" y="3070032"/>
                  <a:pt x="3226025" y="3077701"/>
                  <a:pt x="3232095" y="3089850"/>
                </a:cubicBezTo>
                <a:cubicBezTo>
                  <a:pt x="3256012" y="3140189"/>
                  <a:pt x="3267970" y="3271945"/>
                  <a:pt x="3267970" y="3485119"/>
                </a:cubicBezTo>
                <a:cubicBezTo>
                  <a:pt x="3267970" y="3626810"/>
                  <a:pt x="3258829" y="3739481"/>
                  <a:pt x="3240546" y="3823131"/>
                </a:cubicBezTo>
                <a:cubicBezTo>
                  <a:pt x="3236570" y="3841512"/>
                  <a:pt x="3231405" y="3854872"/>
                  <a:pt x="3225048" y="3863212"/>
                </a:cubicBezTo>
                <a:cubicBezTo>
                  <a:pt x="3218693" y="3871551"/>
                  <a:pt x="3207162" y="3879335"/>
                  <a:pt x="3190457" y="3886565"/>
                </a:cubicBezTo>
                <a:cubicBezTo>
                  <a:pt x="3166505" y="3897707"/>
                  <a:pt x="3150083" y="3908097"/>
                  <a:pt x="3141191" y="3917733"/>
                </a:cubicBezTo>
                <a:cubicBezTo>
                  <a:pt x="3132299" y="3927369"/>
                  <a:pt x="3127853" y="3942581"/>
                  <a:pt x="3127853" y="3963369"/>
                </a:cubicBezTo>
                <a:cubicBezTo>
                  <a:pt x="3127853" y="3991921"/>
                  <a:pt x="3137485" y="4013939"/>
                  <a:pt x="3156748" y="4029423"/>
                </a:cubicBezTo>
                <a:cubicBezTo>
                  <a:pt x="3176012" y="4044907"/>
                  <a:pt x="3202010" y="4052649"/>
                  <a:pt x="3234743" y="4052649"/>
                </a:cubicBezTo>
                <a:lnTo>
                  <a:pt x="3945774" y="4052649"/>
                </a:lnTo>
                <a:cubicBezTo>
                  <a:pt x="4004634" y="4054298"/>
                  <a:pt x="4055218" y="4058492"/>
                  <a:pt x="4097524" y="4065232"/>
                </a:cubicBezTo>
                <a:cubicBezTo>
                  <a:pt x="4110504" y="4068592"/>
                  <a:pt x="4123291" y="4070273"/>
                  <a:pt x="4135887" y="4070273"/>
                </a:cubicBezTo>
                <a:cubicBezTo>
                  <a:pt x="4152841" y="4070273"/>
                  <a:pt x="4166690" y="4066152"/>
                  <a:pt x="4177431" y="4057911"/>
                </a:cubicBezTo>
                <a:cubicBezTo>
                  <a:pt x="4188173" y="4049670"/>
                  <a:pt x="4201152" y="4034308"/>
                  <a:pt x="4216368" y="4011827"/>
                </a:cubicBezTo>
                <a:cubicBezTo>
                  <a:pt x="4241292" y="3973050"/>
                  <a:pt x="4262695" y="3927704"/>
                  <a:pt x="4280577" y="3875787"/>
                </a:cubicBezTo>
                <a:cubicBezTo>
                  <a:pt x="4298459" y="3823871"/>
                  <a:pt x="4307400" y="3780348"/>
                  <a:pt x="4307400" y="3745217"/>
                </a:cubicBezTo>
                <a:cubicBezTo>
                  <a:pt x="4307400" y="3710906"/>
                  <a:pt x="4298227" y="3681576"/>
                  <a:pt x="4279881" y="3657227"/>
                </a:cubicBezTo>
                <a:cubicBezTo>
                  <a:pt x="4261536" y="3632878"/>
                  <a:pt x="4237588" y="3620703"/>
                  <a:pt x="4208038" y="3620703"/>
                </a:cubicBezTo>
                <a:cubicBezTo>
                  <a:pt x="4183649" y="3620703"/>
                  <a:pt x="4163890" y="3627427"/>
                  <a:pt x="4148763" y="3640874"/>
                </a:cubicBezTo>
                <a:cubicBezTo>
                  <a:pt x="4133636" y="3654321"/>
                  <a:pt x="4117738" y="3678307"/>
                  <a:pt x="4101068" y="3712832"/>
                </a:cubicBezTo>
                <a:cubicBezTo>
                  <a:pt x="4075930" y="3765737"/>
                  <a:pt x="4043585" y="3802205"/>
                  <a:pt x="4004032" y="3822235"/>
                </a:cubicBezTo>
                <a:cubicBezTo>
                  <a:pt x="3964481" y="3842266"/>
                  <a:pt x="3904109" y="3852281"/>
                  <a:pt x="3822919" y="3852281"/>
                </a:cubicBezTo>
                <a:cubicBezTo>
                  <a:pt x="3769915" y="3852281"/>
                  <a:pt x="3733935" y="3849655"/>
                  <a:pt x="3714979" y="3844405"/>
                </a:cubicBezTo>
                <a:cubicBezTo>
                  <a:pt x="3696023" y="3839154"/>
                  <a:pt x="3684846" y="3830169"/>
                  <a:pt x="3681450" y="3817448"/>
                </a:cubicBezTo>
                <a:cubicBezTo>
                  <a:pt x="3678375" y="3806903"/>
                  <a:pt x="3675092" y="3781636"/>
                  <a:pt x="3671602" y="3741647"/>
                </a:cubicBezTo>
                <a:cubicBezTo>
                  <a:pt x="3668112" y="3701658"/>
                  <a:pt x="3666367" y="3667891"/>
                  <a:pt x="3666367" y="3640346"/>
                </a:cubicBezTo>
                <a:cubicBezTo>
                  <a:pt x="3666367" y="3600241"/>
                  <a:pt x="3669761" y="3574327"/>
                  <a:pt x="3676550" y="3562605"/>
                </a:cubicBezTo>
                <a:cubicBezTo>
                  <a:pt x="3683338" y="3550883"/>
                  <a:pt x="3695766" y="3545022"/>
                  <a:pt x="3713836" y="3545022"/>
                </a:cubicBezTo>
                <a:cubicBezTo>
                  <a:pt x="3769175" y="3545022"/>
                  <a:pt x="3800388" y="3571725"/>
                  <a:pt x="3807475" y="3625129"/>
                </a:cubicBezTo>
                <a:cubicBezTo>
                  <a:pt x="3811780" y="3658878"/>
                  <a:pt x="3818834" y="3682352"/>
                  <a:pt x="3828634" y="3695549"/>
                </a:cubicBezTo>
                <a:cubicBezTo>
                  <a:pt x="3838436" y="3708747"/>
                  <a:pt x="3855830" y="3715345"/>
                  <a:pt x="3880816" y="3715345"/>
                </a:cubicBezTo>
                <a:cubicBezTo>
                  <a:pt x="3919182" y="3715345"/>
                  <a:pt x="3943675" y="3699964"/>
                  <a:pt x="3954292" y="3669201"/>
                </a:cubicBezTo>
                <a:cubicBezTo>
                  <a:pt x="3990563" y="3603584"/>
                  <a:pt x="4008699" y="3525442"/>
                  <a:pt x="4008699" y="3434776"/>
                </a:cubicBezTo>
                <a:cubicBezTo>
                  <a:pt x="4008699" y="3389804"/>
                  <a:pt x="4004440" y="3345728"/>
                  <a:pt x="3995923" y="3302547"/>
                </a:cubicBezTo>
                <a:cubicBezTo>
                  <a:pt x="3987405" y="3259368"/>
                  <a:pt x="3973943" y="3226139"/>
                  <a:pt x="3955535" y="3202865"/>
                </a:cubicBezTo>
                <a:cubicBezTo>
                  <a:pt x="3940907" y="3181051"/>
                  <a:pt x="3919076" y="3170145"/>
                  <a:pt x="3890043" y="3170145"/>
                </a:cubicBezTo>
                <a:cubicBezTo>
                  <a:pt x="3870217" y="3170145"/>
                  <a:pt x="3851827" y="3177410"/>
                  <a:pt x="3834873" y="3191941"/>
                </a:cubicBezTo>
                <a:cubicBezTo>
                  <a:pt x="3823141" y="3201327"/>
                  <a:pt x="3814849" y="3212978"/>
                  <a:pt x="3809995" y="3226893"/>
                </a:cubicBezTo>
                <a:cubicBezTo>
                  <a:pt x="3805141" y="3240808"/>
                  <a:pt x="3800669" y="3264729"/>
                  <a:pt x="3796577" y="3298657"/>
                </a:cubicBezTo>
                <a:cubicBezTo>
                  <a:pt x="3794260" y="3319542"/>
                  <a:pt x="3789379" y="3333410"/>
                  <a:pt x="3781936" y="3340261"/>
                </a:cubicBezTo>
                <a:cubicBezTo>
                  <a:pt x="3774492" y="3347112"/>
                  <a:pt x="3761303" y="3350537"/>
                  <a:pt x="3742370" y="3350537"/>
                </a:cubicBezTo>
                <a:cubicBezTo>
                  <a:pt x="3698548" y="3350537"/>
                  <a:pt x="3673106" y="3347977"/>
                  <a:pt x="3666046" y="3342855"/>
                </a:cubicBezTo>
                <a:cubicBezTo>
                  <a:pt x="3658987" y="3337734"/>
                  <a:pt x="3655457" y="3321107"/>
                  <a:pt x="3655457" y="3292974"/>
                </a:cubicBezTo>
                <a:cubicBezTo>
                  <a:pt x="3655457" y="3206105"/>
                  <a:pt x="3656063" y="3153703"/>
                  <a:pt x="3657275" y="3135767"/>
                </a:cubicBezTo>
                <a:cubicBezTo>
                  <a:pt x="3658488" y="3117832"/>
                  <a:pt x="3662918" y="3101684"/>
                  <a:pt x="3670566" y="3087323"/>
                </a:cubicBezTo>
                <a:cubicBezTo>
                  <a:pt x="3679409" y="3074175"/>
                  <a:pt x="3712575" y="3067601"/>
                  <a:pt x="3770062" y="3067601"/>
                </a:cubicBezTo>
                <a:cubicBezTo>
                  <a:pt x="3854060" y="3067601"/>
                  <a:pt x="3913589" y="3073444"/>
                  <a:pt x="3948649" y="3085131"/>
                </a:cubicBezTo>
                <a:cubicBezTo>
                  <a:pt x="3983708" y="3096817"/>
                  <a:pt x="4012496" y="3119802"/>
                  <a:pt x="4035014" y="3154086"/>
                </a:cubicBezTo>
                <a:cubicBezTo>
                  <a:pt x="4053332" y="3181863"/>
                  <a:pt x="4068868" y="3200404"/>
                  <a:pt x="4081619" y="3209711"/>
                </a:cubicBezTo>
                <a:cubicBezTo>
                  <a:pt x="4094371" y="3219017"/>
                  <a:pt x="4111899" y="3223670"/>
                  <a:pt x="4134202" y="3223670"/>
                </a:cubicBezTo>
                <a:cubicBezTo>
                  <a:pt x="4167202" y="3223670"/>
                  <a:pt x="4192851" y="3211195"/>
                  <a:pt x="4211147" y="3186244"/>
                </a:cubicBezTo>
                <a:cubicBezTo>
                  <a:pt x="4229444" y="3161293"/>
                  <a:pt x="4238591" y="3128908"/>
                  <a:pt x="4238591" y="3089088"/>
                </a:cubicBezTo>
                <a:cubicBezTo>
                  <a:pt x="4238591" y="3013683"/>
                  <a:pt x="4220134" y="2957475"/>
                  <a:pt x="4183221" y="2920463"/>
                </a:cubicBezTo>
                <a:cubicBezTo>
                  <a:pt x="4155159" y="2867085"/>
                  <a:pt x="4123438" y="2840396"/>
                  <a:pt x="4088058" y="2840396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65000"/>
                  <a:tint val="66000"/>
                  <a:satMod val="160000"/>
                </a:schemeClr>
              </a:gs>
              <a:gs pos="50000">
                <a:schemeClr val="bg1">
                  <a:lumMod val="65000"/>
                  <a:tint val="44500"/>
                  <a:satMod val="160000"/>
                </a:schemeClr>
              </a:gs>
              <a:gs pos="100000">
                <a:schemeClr val="bg1">
                  <a:lumMod val="6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2748454" y="2489153"/>
            <a:ext cx="114300" cy="18669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7138219" y="4955458"/>
            <a:ext cx="418854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Prepared by:</a:t>
            </a:r>
          </a:p>
          <a:p>
            <a:r>
              <a:rPr lang="en-US" b="1" dirty="0" err="1"/>
              <a:t>Iffa</a:t>
            </a:r>
            <a:r>
              <a:rPr lang="en-US" b="1" dirty="0"/>
              <a:t> Farhan          2025-GA-32</a:t>
            </a:r>
          </a:p>
          <a:p>
            <a:r>
              <a:rPr lang="en-US" b="1" dirty="0" err="1"/>
              <a:t>Shiza</a:t>
            </a:r>
            <a:r>
              <a:rPr lang="en-US" b="1" dirty="0"/>
              <a:t> </a:t>
            </a:r>
            <a:r>
              <a:rPr lang="en-US" b="1" dirty="0" err="1"/>
              <a:t>Eman</a:t>
            </a:r>
            <a:r>
              <a:rPr lang="en-US" b="1" dirty="0"/>
              <a:t>         2025-GA-58</a:t>
            </a:r>
          </a:p>
          <a:p>
            <a:r>
              <a:rPr lang="en-US" b="1" dirty="0" err="1"/>
              <a:t>Tahira</a:t>
            </a:r>
            <a:r>
              <a:rPr lang="en-US" b="1" dirty="0"/>
              <a:t> </a:t>
            </a:r>
            <a:r>
              <a:rPr lang="en-US" b="1" dirty="0" err="1"/>
              <a:t>Batool</a:t>
            </a:r>
            <a:r>
              <a:rPr lang="en-US" b="1" dirty="0"/>
              <a:t>      2025-GA-44</a:t>
            </a:r>
          </a:p>
          <a:p>
            <a:r>
              <a:rPr lang="en-US" b="1" dirty="0"/>
              <a:t>Huma Imam       2025-GA-25</a:t>
            </a:r>
          </a:p>
          <a:p>
            <a:r>
              <a:rPr lang="en-US" b="1" dirty="0" err="1"/>
              <a:t>Sabeen</a:t>
            </a:r>
            <a:r>
              <a:rPr lang="en-US" b="1" dirty="0"/>
              <a:t> </a:t>
            </a:r>
            <a:r>
              <a:rPr lang="en-US" b="1" dirty="0" err="1"/>
              <a:t>Waqas</a:t>
            </a:r>
            <a:r>
              <a:rPr lang="en-US" b="1" dirty="0"/>
              <a:t>   2025-GA-48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776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77 3.7037E-6 L -0.96562 0.000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776" y="2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4.07407E-6 L -0.97786 -0.0173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893" y="-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38953" y="284443"/>
            <a:ext cx="10515600" cy="1325563"/>
          </a:xfrm>
        </p:spPr>
        <p:txBody>
          <a:bodyPr>
            <a:noAutofit/>
          </a:bodyPr>
          <a:lstStyle/>
          <a:p>
            <a:r>
              <a:rPr lang="en-US" sz="9600" b="1" u="sng" dirty="0" smtClean="0">
                <a:solidFill>
                  <a:schemeClr val="bg2"/>
                </a:solidFill>
                <a:latin typeface="Arial Black" panose="020B0A04020102020204" pitchFamily="34" charset="0"/>
              </a:rPr>
              <a:t>TECH NOVA</a:t>
            </a:r>
            <a:endParaRPr lang="en-US" sz="9600" b="1" u="sng" dirty="0">
              <a:solidFill>
                <a:schemeClr val="bg2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18201" y1="59673" x2="55032" y2="59946"/>
                        <a14:foregroundMark x1="55032" y1="59946" x2="79015" y2="60490"/>
                        <a14:foregroundMark x1="80086" y1="62125" x2="82013" y2="70572"/>
                        <a14:foregroundMark x1="82227" y1="73297" x2="76231" y2="82289"/>
                        <a14:foregroundMark x1="76231" y1="82289" x2="37473" y2="81471"/>
                        <a14:foregroundMark x1="37473" y1="81471" x2="21199" y2="80654"/>
                        <a14:foregroundMark x1="21199" y1="80654" x2="17345" y2="57766"/>
                        <a14:foregroundMark x1="27195" y1="66757" x2="51606" y2="67030"/>
                        <a14:foregroundMark x1="51606" y1="67030" x2="75589" y2="67575"/>
                        <a14:foregroundMark x1="68308" y1="64305" x2="48608" y2="64305"/>
                        <a14:foregroundMark x1="48608" y1="64305" x2="33833" y2="63488"/>
                        <a14:foregroundMark x1="33833" y1="63488" x2="20343" y2="62670"/>
                        <a14:foregroundMark x1="21199" y1="70572" x2="34475" y2="68120"/>
                        <a14:foregroundMark x1="34475" y1="68120" x2="30193" y2="70300"/>
                        <a14:foregroundMark x1="37259" y1="71117" x2="43897" y2="71662"/>
                        <a14:foregroundMark x1="74090" y1="66757" x2="73019" y2="62670"/>
                        <a14:foregroundMark x1="76445" y1="70572" x2="79015" y2="64033"/>
                        <a14:foregroundMark x1="76231" y1="77929" x2="61456" y2="78747"/>
                        <a14:foregroundMark x1="57816" y1="79564" x2="45396" y2="79292"/>
                        <a14:foregroundMark x1="45396" y1="79292" x2="28694" y2="77657"/>
                        <a14:foregroundMark x1="28266" y1="82289" x2="33833" y2="81199"/>
                        <a14:foregroundMark x1="23340" y1="75204" x2="37259" y2="75204"/>
                        <a14:foregroundMark x1="37259" y1="75204" x2="42827" y2="73297"/>
                        <a14:foregroundMark x1="42827" y1="73297" x2="20985" y2="73297"/>
                        <a14:foregroundMark x1="33833" y1="77112" x2="43255" y2="76567"/>
                        <a14:foregroundMark x1="43255" y1="76567" x2="34047" y2="74387"/>
                        <a14:foregroundMark x1="34047" y1="74387" x2="34047" y2="76839"/>
                        <a14:foregroundMark x1="37901" y1="75204" x2="43897" y2="73842"/>
                        <a14:foregroundMark x1="43897" y1="73842" x2="34690" y2="75204"/>
                        <a14:foregroundMark x1="34690" y1="75204" x2="35974" y2="75204"/>
                        <a14:foregroundMark x1="35974" y1="75204" x2="40899" y2="74114"/>
                        <a14:foregroundMark x1="23769" y1="75749" x2="43255" y2="76022"/>
                        <a14:foregroundMark x1="79015" y1="59946" x2="83940" y2="60490"/>
                        <a14:foregroundMark x1="83940" y1="60490" x2="83512" y2="79292"/>
                        <a14:foregroundMark x1="83512" y1="79292" x2="83512" y2="82834"/>
                        <a14:foregroundMark x1="17345" y1="59401" x2="17345" y2="70572"/>
                        <a14:foregroundMark x1="17345" y1="70572" x2="17559" y2="79292"/>
                        <a14:foregroundMark x1="17559" y1="79292" x2="17559" y2="81471"/>
                        <a14:foregroundMark x1="17559" y1="81471" x2="18201" y2="82289"/>
                        <a14:foregroundMark x1="19058" y1="83924" x2="26124" y2="83379"/>
                        <a14:foregroundMark x1="26124" y1="83379" x2="36831" y2="83106"/>
                        <a14:foregroundMark x1="36831" y1="83106" x2="53105" y2="82834"/>
                        <a14:foregroundMark x1="53533" y1="83106" x2="70664" y2="82289"/>
                        <a14:foregroundMark x1="82869" y1="83379" x2="74304" y2="83379"/>
                        <a14:foregroundMark x1="76874" y1="83379" x2="61242" y2="84196"/>
                        <a14:foregroundMark x1="61242" y1="84196" x2="45824" y2="84196"/>
                        <a14:foregroundMark x1="45396" y1="84196" x2="27195" y2="83106"/>
                        <a14:backgroundMark x1="33619" y1="51771" x2="55675" y2="55858"/>
                        <a14:backgroundMark x1="20557" y1="74114" x2="43255" y2="75749"/>
                        <a14:backgroundMark x1="17559" y1="57766" x2="15418" y2="57766"/>
                        <a14:backgroundMark x1="15418" y1="57766" x2="19486" y2="57221"/>
                        <a14:backgroundMark x1="17345" y1="58583" x2="20343" y2="55858"/>
                        <a14:backgroundMark x1="16060" y1="59673" x2="20128" y2="5940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53" y="3264302"/>
            <a:ext cx="4448175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402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31122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bg2"/>
                </a:solidFill>
                <a:latin typeface="Algerian" panose="04020705040A02060702" pitchFamily="82" charset="0"/>
              </a:rPr>
              <a:t>Project Objectives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31122" y="1690688"/>
            <a:ext cx="4610283" cy="4360488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bg2"/>
                </a:solidFill>
              </a:rPr>
              <a:t>To design and develop a professional, responsive software agency website.  </a:t>
            </a:r>
            <a:endParaRPr lang="en-US" sz="2400" dirty="0" smtClean="0">
              <a:solidFill>
                <a:schemeClr val="bg2"/>
              </a:solidFill>
            </a:endParaRPr>
          </a:p>
          <a:p>
            <a:r>
              <a:rPr lang="en-US" sz="2400" dirty="0" smtClean="0">
                <a:solidFill>
                  <a:schemeClr val="bg2"/>
                </a:solidFill>
              </a:rPr>
              <a:t>​</a:t>
            </a:r>
            <a:r>
              <a:rPr lang="en-US" sz="2400" dirty="0">
                <a:solidFill>
                  <a:schemeClr val="bg2"/>
                </a:solidFill>
              </a:rPr>
              <a:t>To implement semantic HTML5 and external CSS for modern web styling.  </a:t>
            </a:r>
            <a:r>
              <a:rPr lang="en-US" sz="2400" dirty="0" smtClean="0">
                <a:solidFill>
                  <a:schemeClr val="bg2"/>
                </a:solidFill>
              </a:rPr>
              <a:t>​</a:t>
            </a:r>
          </a:p>
          <a:p>
            <a:r>
              <a:rPr lang="en-US" sz="2400" dirty="0" smtClean="0">
                <a:solidFill>
                  <a:schemeClr val="bg2"/>
                </a:solidFill>
              </a:rPr>
              <a:t>To </a:t>
            </a:r>
            <a:r>
              <a:rPr lang="en-US" sz="2400" dirty="0">
                <a:solidFill>
                  <a:schemeClr val="bg2"/>
                </a:solidFill>
              </a:rPr>
              <a:t>quantify project data using MS Excel for business analysis and insights.  </a:t>
            </a:r>
            <a:endParaRPr lang="en-US" sz="2400" dirty="0" smtClean="0">
              <a:solidFill>
                <a:schemeClr val="bg2"/>
              </a:solidFill>
            </a:endParaRPr>
          </a:p>
          <a:p>
            <a:r>
              <a:rPr lang="en-US" sz="2400" dirty="0" smtClean="0">
                <a:solidFill>
                  <a:schemeClr val="bg2"/>
                </a:solidFill>
              </a:rPr>
              <a:t>​</a:t>
            </a:r>
            <a:r>
              <a:rPr lang="en-US" sz="2400" dirty="0">
                <a:solidFill>
                  <a:schemeClr val="bg2"/>
                </a:solidFill>
              </a:rPr>
              <a:t>To demonstrate version control and live publishing via GitHub Pages</a:t>
            </a:r>
            <a:r>
              <a:rPr lang="en-US" sz="2400" dirty="0"/>
              <a:t>. </a:t>
            </a:r>
            <a:endParaRPr lang="en-US" sz="2400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6018" y="1886346"/>
            <a:ext cx="4640239" cy="396917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657360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2"/>
                </a:solidFill>
                <a:latin typeface="Algerian" panose="04020705040A02060702" pitchFamily="82" charset="0"/>
              </a:rPr>
              <a:t>Website Overview</a:t>
            </a:r>
            <a:endParaRPr lang="en-US" b="1" dirty="0">
              <a:solidFill>
                <a:schemeClr val="bg2"/>
              </a:solidFill>
              <a:latin typeface="Algerian" panose="04020705040A02060702" pitchFamily="82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825624"/>
            <a:ext cx="4006755" cy="4033521"/>
          </a:xfrm>
        </p:spPr>
        <p:txBody>
          <a:bodyPr>
            <a:normAutofit lnSpcReduction="10000"/>
          </a:bodyPr>
          <a:lstStyle/>
          <a:p>
            <a:r>
              <a:rPr lang="en-US" sz="2400" b="1" dirty="0" smtClean="0">
                <a:solidFill>
                  <a:schemeClr val="bg2"/>
                </a:solidFill>
              </a:rPr>
              <a:t>Home Page: </a:t>
            </a:r>
            <a:r>
              <a:rPr lang="en-US" sz="2400" dirty="0" smtClean="0">
                <a:solidFill>
                  <a:schemeClr val="bg2"/>
                </a:solidFill>
              </a:rPr>
              <a:t>Introduction to Tech Nova’s mission and services.</a:t>
            </a:r>
          </a:p>
          <a:p>
            <a:r>
              <a:rPr lang="en-US" sz="2400" dirty="0" smtClean="0">
                <a:solidFill>
                  <a:schemeClr val="bg2"/>
                </a:solidFill>
              </a:rPr>
              <a:t>​</a:t>
            </a:r>
            <a:r>
              <a:rPr lang="en-US" sz="2400" b="1" dirty="0" smtClean="0">
                <a:solidFill>
                  <a:schemeClr val="bg2"/>
                </a:solidFill>
              </a:rPr>
              <a:t>Services Page: </a:t>
            </a:r>
            <a:r>
              <a:rPr lang="en-US" sz="2400" dirty="0" smtClean="0">
                <a:solidFill>
                  <a:schemeClr val="bg2"/>
                </a:solidFill>
              </a:rPr>
              <a:t>Catalog of enterprise software and cloud solutions.  </a:t>
            </a:r>
          </a:p>
          <a:p>
            <a:r>
              <a:rPr lang="en-US" sz="2400" dirty="0" smtClean="0">
                <a:solidFill>
                  <a:schemeClr val="bg2"/>
                </a:solidFill>
              </a:rPr>
              <a:t>​</a:t>
            </a:r>
            <a:r>
              <a:rPr lang="en-US" sz="2400" b="1" dirty="0" smtClean="0">
                <a:solidFill>
                  <a:schemeClr val="bg2"/>
                </a:solidFill>
              </a:rPr>
              <a:t>Careers Page: </a:t>
            </a:r>
            <a:r>
              <a:rPr lang="en-US" sz="2400" dirty="0" smtClean="0">
                <a:solidFill>
                  <a:schemeClr val="bg2"/>
                </a:solidFill>
              </a:rPr>
              <a:t>Job opportunities for developers and QA engineers.  </a:t>
            </a:r>
          </a:p>
          <a:p>
            <a:r>
              <a:rPr lang="en-US" sz="2400" dirty="0" smtClean="0">
                <a:solidFill>
                  <a:schemeClr val="bg2"/>
                </a:solidFill>
              </a:rPr>
              <a:t>​</a:t>
            </a:r>
            <a:r>
              <a:rPr lang="en-US" sz="2400" b="1" dirty="0" smtClean="0">
                <a:solidFill>
                  <a:schemeClr val="bg2"/>
                </a:solidFill>
              </a:rPr>
              <a:t>Contact Page: </a:t>
            </a:r>
            <a:r>
              <a:rPr lang="en-US" sz="2400" dirty="0" smtClean="0">
                <a:solidFill>
                  <a:schemeClr val="bg2"/>
                </a:solidFill>
              </a:rPr>
              <a:t>Professional form for client inquiries and location</a:t>
            </a:r>
            <a:r>
              <a:rPr lang="en-US" dirty="0" smtClean="0">
                <a:solidFill>
                  <a:schemeClr val="bg2"/>
                </a:solidFill>
              </a:rPr>
              <a:t>. </a:t>
            </a:r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370" y="1934806"/>
            <a:ext cx="4693693" cy="375631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70001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b="1" dirty="0" smtClean="0">
                <a:solidFill>
                  <a:schemeClr val="bg2"/>
                </a:solidFill>
                <a:latin typeface="Algerian" panose="04020705040A02060702" pitchFamily="82" charset="0"/>
              </a:rPr>
              <a:t>Home Page</a:t>
            </a:r>
            <a:endParaRPr lang="en-US" b="1" dirty="0">
              <a:solidFill>
                <a:schemeClr val="bg2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197824" cy="4351338"/>
          </a:xfrm>
        </p:spPr>
        <p:txBody>
          <a:bodyPr/>
          <a:lstStyle/>
          <a:p>
            <a:r>
              <a:rPr lang="en-US" sz="2400" dirty="0" smtClean="0">
                <a:solidFill>
                  <a:schemeClr val="bg2"/>
                </a:solidFill>
              </a:rPr>
              <a:t>Features a sleek, dark-themed hero section with futuristic aesthetics.  ​Intuitive navigation bar for an enhanced user experience.  </a:t>
            </a:r>
          </a:p>
          <a:p>
            <a:r>
              <a:rPr lang="en-US" sz="2400" dirty="0" smtClean="0">
                <a:solidFill>
                  <a:schemeClr val="bg2"/>
                </a:solidFill>
              </a:rPr>
              <a:t>​Built with a focus on responsiveness across various devices</a:t>
            </a:r>
            <a:r>
              <a:rPr lang="en-US" dirty="0" smtClean="0"/>
              <a:t>.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1498600"/>
            <a:ext cx="4889500" cy="37973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52648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2"/>
                </a:solidFill>
                <a:latin typeface="Algerian" panose="04020705040A02060702" pitchFamily="82" charset="0"/>
              </a:rPr>
              <a:t>Services &amp; Capabilities</a:t>
            </a:r>
            <a:endParaRPr lang="en-US" dirty="0">
              <a:solidFill>
                <a:schemeClr val="bg2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5235053" cy="3469706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chemeClr val="bg2"/>
                </a:solidFill>
              </a:rPr>
              <a:t>Enterprise Software: </a:t>
            </a:r>
            <a:r>
              <a:rPr lang="en-US" sz="2400" dirty="0" smtClean="0">
                <a:solidFill>
                  <a:schemeClr val="bg2"/>
                </a:solidFill>
              </a:rPr>
              <a:t>Custom solutions for business scalability. </a:t>
            </a:r>
          </a:p>
          <a:p>
            <a:r>
              <a:rPr lang="en-US" sz="2400" b="1" dirty="0" smtClean="0">
                <a:solidFill>
                  <a:schemeClr val="bg2"/>
                </a:solidFill>
              </a:rPr>
              <a:t>Cloud &amp; DevOps: </a:t>
            </a:r>
            <a:r>
              <a:rPr lang="en-US" sz="2400" dirty="0" smtClean="0">
                <a:solidFill>
                  <a:schemeClr val="bg2"/>
                </a:solidFill>
              </a:rPr>
              <a:t>Modern infrastructure and automation services.  ​</a:t>
            </a:r>
          </a:p>
          <a:p>
            <a:r>
              <a:rPr lang="en-US" sz="2400" b="1" dirty="0" smtClean="0">
                <a:solidFill>
                  <a:schemeClr val="bg2"/>
                </a:solidFill>
              </a:rPr>
              <a:t>Web &amp; Mobile Apps:</a:t>
            </a:r>
            <a:r>
              <a:rPr lang="en-US" sz="2400" dirty="0" smtClean="0">
                <a:solidFill>
                  <a:schemeClr val="bg2"/>
                </a:solidFill>
              </a:rPr>
              <a:t> High-performance digital products.  ​</a:t>
            </a:r>
            <a:endParaRPr lang="en-US" sz="2400" dirty="0">
              <a:solidFill>
                <a:schemeClr val="bg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500" y="1699260"/>
            <a:ext cx="4889500" cy="37744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6106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2"/>
                </a:solidFill>
                <a:latin typeface="Algerian" panose="04020705040A02060702" pitchFamily="82" charset="0"/>
              </a:rPr>
              <a:t>Team &amp; Careers</a:t>
            </a:r>
            <a:endParaRPr lang="en-US" dirty="0">
              <a:solidFill>
                <a:schemeClr val="bg2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9847996" cy="2050339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bg2"/>
                </a:solidFill>
              </a:rPr>
              <a:t>Our Team: A collaborative group of five dedicated specialists.  </a:t>
            </a:r>
          </a:p>
          <a:p>
            <a:r>
              <a:rPr lang="en-US" sz="2400" dirty="0" smtClean="0">
                <a:solidFill>
                  <a:schemeClr val="bg2"/>
                </a:solidFill>
              </a:rPr>
              <a:t>​Opportunities: Real-time job listings to attract top tech talent.  </a:t>
            </a:r>
          </a:p>
          <a:p>
            <a:r>
              <a:rPr lang="en-US" sz="2400" dirty="0" smtClean="0">
                <a:solidFill>
                  <a:schemeClr val="bg2"/>
                </a:solidFill>
              </a:rPr>
              <a:t>​Culture: Promoting innovation and future-ready development. 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27184" y="1803591"/>
            <a:ext cx="9847996" cy="2050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smtClean="0">
                <a:solidFill>
                  <a:schemeClr val="bg2"/>
                </a:solidFill>
              </a:rPr>
              <a:t>Our Team: A collaborative group of five dedicated specialists.  </a:t>
            </a:r>
          </a:p>
          <a:p>
            <a:r>
              <a:rPr lang="en-US" sz="2400" smtClean="0">
                <a:solidFill>
                  <a:schemeClr val="bg2"/>
                </a:solidFill>
              </a:rPr>
              <a:t>​Opportunities: Real-time job listings to attract top tech talent.  </a:t>
            </a:r>
          </a:p>
          <a:p>
            <a:r>
              <a:rPr lang="en-US" sz="2400" smtClean="0">
                <a:solidFill>
                  <a:schemeClr val="bg2"/>
                </a:solidFill>
              </a:rPr>
              <a:t>​Culture: Promoting innovation and future-ready development. 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27184" y="1803590"/>
            <a:ext cx="9847996" cy="2050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smtClean="0">
                <a:solidFill>
                  <a:schemeClr val="bg2"/>
                </a:solidFill>
              </a:rPr>
              <a:t>Our Team: A collaborative group of five dedicated specialists.  </a:t>
            </a:r>
          </a:p>
          <a:p>
            <a:r>
              <a:rPr lang="en-US" sz="2400" smtClean="0">
                <a:solidFill>
                  <a:schemeClr val="bg2"/>
                </a:solidFill>
              </a:rPr>
              <a:t>​Opportunities: Real-time job listings to attract top tech talent.  </a:t>
            </a:r>
          </a:p>
          <a:p>
            <a:r>
              <a:rPr lang="en-US" sz="2400" smtClean="0">
                <a:solidFill>
                  <a:schemeClr val="bg2"/>
                </a:solidFill>
              </a:rPr>
              <a:t>​Culture: Promoting innovation and future-ready development. 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27184" y="1803589"/>
            <a:ext cx="9847996" cy="2050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smtClean="0">
                <a:solidFill>
                  <a:schemeClr val="bg2"/>
                </a:solidFill>
              </a:rPr>
              <a:t>Our Team: A collaborative group of five dedicated specialists.  </a:t>
            </a:r>
          </a:p>
          <a:p>
            <a:r>
              <a:rPr lang="en-US" sz="2400" smtClean="0">
                <a:solidFill>
                  <a:schemeClr val="bg2"/>
                </a:solidFill>
              </a:rPr>
              <a:t>​Opportunities: Real-time job listings to attract top tech talent.  </a:t>
            </a:r>
          </a:p>
          <a:p>
            <a:r>
              <a:rPr lang="en-US" sz="2400" smtClean="0">
                <a:solidFill>
                  <a:schemeClr val="bg2"/>
                </a:solidFill>
              </a:rPr>
              <a:t>​Culture: Promoting innovation and future-ready development. 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827184" y="1803591"/>
            <a:ext cx="9847996" cy="2050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solidFill>
                  <a:schemeClr val="bg2"/>
                </a:solidFill>
              </a:rPr>
              <a:t>Our Team: A collaborative group of five dedicated specialists.  </a:t>
            </a:r>
          </a:p>
          <a:p>
            <a:r>
              <a:rPr lang="en-US" sz="2400" dirty="0" smtClean="0">
                <a:solidFill>
                  <a:schemeClr val="bg2"/>
                </a:solidFill>
              </a:rPr>
              <a:t>​Opportunities: Real-time job listings to attract top tech talent.  </a:t>
            </a:r>
          </a:p>
          <a:p>
            <a:r>
              <a:rPr lang="en-US" sz="2400" dirty="0" smtClean="0">
                <a:solidFill>
                  <a:schemeClr val="bg2"/>
                </a:solidFill>
              </a:rPr>
              <a:t>​Culture: Promoting innovation and future-ready development. </a:t>
            </a:r>
            <a:endParaRPr lang="en-US" sz="2400" dirty="0">
              <a:solidFill>
                <a:schemeClr val="bg2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38501"/>
            <a:ext cx="12192000" cy="36195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64913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2"/>
                </a:solidFill>
                <a:latin typeface="Algerian" panose="04020705040A02060702" pitchFamily="82" charset="0"/>
              </a:rPr>
              <a:t>Contact Us</a:t>
            </a:r>
            <a:endParaRPr lang="en-US" dirty="0">
              <a:solidFill>
                <a:schemeClr val="bg2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5917441" cy="4351338"/>
          </a:xfrm>
        </p:spPr>
        <p:txBody>
          <a:bodyPr>
            <a:normAutofit lnSpcReduction="10000"/>
          </a:bodyPr>
          <a:lstStyle/>
          <a:p>
            <a:r>
              <a:rPr lang="en-US" sz="2400" dirty="0" smtClean="0">
                <a:solidFill>
                  <a:schemeClr val="bg2"/>
                </a:solidFill>
              </a:rPr>
              <a:t>​</a:t>
            </a:r>
            <a:r>
              <a:rPr lang="en-US" sz="2400" b="1" dirty="0" smtClean="0">
                <a:solidFill>
                  <a:schemeClr val="bg2"/>
                </a:solidFill>
              </a:rPr>
              <a:t>Interactive Contact Form: </a:t>
            </a:r>
            <a:r>
              <a:rPr lang="en-US" sz="2400" dirty="0" smtClean="0">
                <a:solidFill>
                  <a:schemeClr val="bg2"/>
                </a:solidFill>
              </a:rPr>
              <a:t>A user-friendly form for project inquiries and support.</a:t>
            </a:r>
          </a:p>
          <a:p>
            <a:r>
              <a:rPr lang="en-US" sz="2400" b="1" dirty="0" smtClean="0">
                <a:solidFill>
                  <a:schemeClr val="bg2"/>
                </a:solidFill>
              </a:rPr>
              <a:t>​Office Location: </a:t>
            </a:r>
            <a:r>
              <a:rPr lang="en-US" sz="2400" dirty="0" smtClean="0">
                <a:solidFill>
                  <a:schemeClr val="bg2"/>
                </a:solidFill>
              </a:rPr>
              <a:t>Strategically located at Executive Tower C, Lahore, Pakistan.​</a:t>
            </a:r>
          </a:p>
          <a:p>
            <a:r>
              <a:rPr lang="en-US" sz="2400" b="1" dirty="0" smtClean="0">
                <a:solidFill>
                  <a:schemeClr val="bg2"/>
                </a:solidFill>
              </a:rPr>
              <a:t>Communication Channels: </a:t>
            </a:r>
            <a:r>
              <a:rPr lang="en-US" sz="2400" dirty="0" smtClean="0">
                <a:solidFill>
                  <a:schemeClr val="bg2"/>
                </a:solidFill>
              </a:rPr>
              <a:t>Integrated email and phone support for real-time client interaction.</a:t>
            </a:r>
          </a:p>
          <a:p>
            <a:r>
              <a:rPr lang="en-US" sz="2400" b="1" dirty="0" smtClean="0">
                <a:solidFill>
                  <a:schemeClr val="bg2"/>
                </a:solidFill>
              </a:rPr>
              <a:t>​Map Integration: </a:t>
            </a:r>
            <a:r>
              <a:rPr lang="en-US" sz="2400" dirty="0" smtClean="0">
                <a:solidFill>
                  <a:schemeClr val="bg2"/>
                </a:solidFill>
              </a:rPr>
              <a:t>Embedded Google Maps to provide precise directions to our office.</a:t>
            </a:r>
          </a:p>
          <a:p>
            <a:r>
              <a:rPr lang="en-US" sz="2400" b="1" dirty="0" smtClean="0">
                <a:solidFill>
                  <a:schemeClr val="bg2"/>
                </a:solidFill>
              </a:rPr>
              <a:t>​Modern Interface: </a:t>
            </a:r>
            <a:r>
              <a:rPr lang="en-US" sz="2400" dirty="0" smtClean="0">
                <a:solidFill>
                  <a:schemeClr val="bg2"/>
                </a:solidFill>
              </a:rPr>
              <a:t>A clean, dark-themed design consistent with the Tech Nova branding.</a:t>
            </a:r>
            <a:endParaRPr lang="en-US" sz="2400" dirty="0">
              <a:solidFill>
                <a:schemeClr val="bg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314" y="1690688"/>
            <a:ext cx="4958686" cy="25947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314" y="4285396"/>
            <a:ext cx="4958686" cy="2572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937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/>
                </a:solidFill>
                <a:latin typeface="Algerian" panose="04020705040A02060702" pitchFamily="82" charset="0"/>
              </a:rPr>
              <a:t>EXCEL DATA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763439" cy="4351338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bg2"/>
                </a:solidFill>
              </a:rPr>
              <a:t>Business Database: </a:t>
            </a:r>
            <a:r>
              <a:rPr lang="en-US" sz="2400" dirty="0">
                <a:solidFill>
                  <a:schemeClr val="bg2"/>
                </a:solidFill>
              </a:rPr>
              <a:t>Managed a complete record of projects, services, and employee salaries</a:t>
            </a:r>
            <a:r>
              <a:rPr lang="en-US" sz="2400" dirty="0" smtClean="0">
                <a:solidFill>
                  <a:schemeClr val="bg2"/>
                </a:solidFill>
              </a:rPr>
              <a:t>.</a:t>
            </a:r>
          </a:p>
          <a:p>
            <a:r>
              <a:rPr lang="en-US" sz="2400" b="1" dirty="0" smtClean="0">
                <a:solidFill>
                  <a:schemeClr val="bg2"/>
                </a:solidFill>
              </a:rPr>
              <a:t>​</a:t>
            </a:r>
            <a:r>
              <a:rPr lang="en-US" sz="2400" b="1" dirty="0">
                <a:solidFill>
                  <a:schemeClr val="bg2"/>
                </a:solidFill>
              </a:rPr>
              <a:t>Service Tracking: </a:t>
            </a:r>
            <a:r>
              <a:rPr lang="en-US" sz="2400" dirty="0">
                <a:solidFill>
                  <a:schemeClr val="bg2"/>
                </a:solidFill>
              </a:rPr>
              <a:t>Categorized items into Project, Service, and Salary for clear organization.</a:t>
            </a:r>
            <a:r>
              <a:rPr lang="en-US" sz="2400" dirty="0" smtClean="0">
                <a:solidFill>
                  <a:schemeClr val="bg2"/>
                </a:solidFill>
              </a:rPr>
              <a:t>​</a:t>
            </a:r>
          </a:p>
          <a:p>
            <a:r>
              <a:rPr lang="en-US" sz="2400" b="1" dirty="0" smtClean="0">
                <a:solidFill>
                  <a:schemeClr val="bg2"/>
                </a:solidFill>
              </a:rPr>
              <a:t>Financial </a:t>
            </a:r>
            <a:r>
              <a:rPr lang="en-US" sz="2400" b="1" dirty="0">
                <a:solidFill>
                  <a:schemeClr val="bg2"/>
                </a:solidFill>
              </a:rPr>
              <a:t>Analysis: </a:t>
            </a:r>
            <a:r>
              <a:rPr lang="en-US" sz="2400" dirty="0">
                <a:solidFill>
                  <a:schemeClr val="bg2"/>
                </a:solidFill>
              </a:rPr>
              <a:t>Calculated Monthly Costs and Total Costs for each business asset</a:t>
            </a:r>
            <a:r>
              <a:rPr lang="en-US" sz="2400" dirty="0" smtClean="0">
                <a:solidFill>
                  <a:schemeClr val="bg2"/>
                </a:solidFill>
              </a:rPr>
              <a:t>.</a:t>
            </a:r>
          </a:p>
          <a:p>
            <a:r>
              <a:rPr lang="en-US" sz="2400" b="1" dirty="0" smtClean="0">
                <a:solidFill>
                  <a:schemeClr val="bg2"/>
                </a:solidFill>
              </a:rPr>
              <a:t>​</a:t>
            </a:r>
            <a:r>
              <a:rPr lang="en-US" sz="2400" b="1" dirty="0">
                <a:solidFill>
                  <a:schemeClr val="bg2"/>
                </a:solidFill>
              </a:rPr>
              <a:t>Status Monitoring:</a:t>
            </a:r>
            <a:r>
              <a:rPr lang="en-US" sz="2400" dirty="0">
                <a:solidFill>
                  <a:schemeClr val="bg2"/>
                </a:solidFill>
              </a:rPr>
              <a:t> Used a 'Status' column to track Active </a:t>
            </a:r>
            <a:r>
              <a:rPr lang="en-US" sz="2400" dirty="0" err="1">
                <a:solidFill>
                  <a:schemeClr val="bg2"/>
                </a:solidFill>
              </a:rPr>
              <a:t>vs</a:t>
            </a:r>
            <a:r>
              <a:rPr lang="en-US" sz="2400" dirty="0">
                <a:solidFill>
                  <a:schemeClr val="bg2"/>
                </a:solidFill>
              </a:rPr>
              <a:t> Inactive services.</a:t>
            </a:r>
            <a:r>
              <a:rPr lang="en-US" sz="2400" dirty="0" smtClean="0">
                <a:solidFill>
                  <a:schemeClr val="bg2"/>
                </a:solidFill>
              </a:rPr>
              <a:t>​</a:t>
            </a:r>
          </a:p>
          <a:p>
            <a:r>
              <a:rPr lang="en-US" sz="2400" b="1" dirty="0" smtClean="0">
                <a:solidFill>
                  <a:schemeClr val="bg2"/>
                </a:solidFill>
              </a:rPr>
              <a:t>Website </a:t>
            </a:r>
            <a:r>
              <a:rPr lang="en-US" sz="2400" b="1" dirty="0">
                <a:solidFill>
                  <a:schemeClr val="bg2"/>
                </a:solidFill>
              </a:rPr>
              <a:t>Integration: </a:t>
            </a:r>
            <a:r>
              <a:rPr lang="en-US" sz="2400" dirty="0">
                <a:solidFill>
                  <a:schemeClr val="bg2"/>
                </a:solidFill>
              </a:rPr>
              <a:t>Marked items intended for display on the live Tech Nova portal.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857" y="2028193"/>
            <a:ext cx="4186410" cy="330397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52367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3285" y="409193"/>
            <a:ext cx="6102426" cy="1325563"/>
          </a:xfrm>
        </p:spPr>
        <p:txBody>
          <a:bodyPr/>
          <a:lstStyle/>
          <a:p>
            <a:r>
              <a:rPr lang="en-US" b="1" dirty="0">
                <a:solidFill>
                  <a:schemeClr val="bg2"/>
                </a:solidFill>
                <a:latin typeface="Algerian" panose="04020705040A02060702" pitchFamily="82" charset="0"/>
              </a:rPr>
              <a:t>Design Decision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6785472" cy="435133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2"/>
                </a:solidFill>
              </a:rPr>
              <a:t>Futuristic Theme: Dark mode with professional neon accents.</a:t>
            </a:r>
            <a:r>
              <a:rPr lang="en-US" sz="2400" dirty="0" smtClean="0">
                <a:solidFill>
                  <a:schemeClr val="bg2"/>
                </a:solidFill>
              </a:rPr>
              <a:t>​</a:t>
            </a:r>
          </a:p>
          <a:p>
            <a:r>
              <a:rPr lang="en-US" sz="2400" dirty="0" smtClean="0">
                <a:solidFill>
                  <a:schemeClr val="bg2"/>
                </a:solidFill>
              </a:rPr>
              <a:t>Typography</a:t>
            </a:r>
            <a:r>
              <a:rPr lang="en-US" sz="2400" dirty="0">
                <a:solidFill>
                  <a:schemeClr val="bg2"/>
                </a:solidFill>
              </a:rPr>
              <a:t>: Consistent and readable fonts across all pages</a:t>
            </a:r>
            <a:r>
              <a:rPr lang="en-US" sz="2400" dirty="0" smtClean="0">
                <a:solidFill>
                  <a:schemeClr val="bg2"/>
                </a:solidFill>
              </a:rPr>
              <a:t>.</a:t>
            </a:r>
          </a:p>
          <a:p>
            <a:r>
              <a:rPr lang="en-US" sz="2400" dirty="0" smtClean="0">
                <a:solidFill>
                  <a:schemeClr val="bg2"/>
                </a:solidFill>
              </a:rPr>
              <a:t>​</a:t>
            </a:r>
            <a:r>
              <a:rPr lang="en-US" sz="2400" dirty="0">
                <a:solidFill>
                  <a:schemeClr val="bg2"/>
                </a:solidFill>
              </a:rPr>
              <a:t>Responsive Layout: Optimized for Mobile, Tablet, and Desktop.</a:t>
            </a:r>
            <a:r>
              <a:rPr lang="en-US" sz="2400" dirty="0" smtClean="0">
                <a:solidFill>
                  <a:schemeClr val="bg2"/>
                </a:solidFill>
              </a:rPr>
              <a:t>​</a:t>
            </a:r>
          </a:p>
          <a:p>
            <a:r>
              <a:rPr lang="en-US" sz="2400" dirty="0" smtClean="0">
                <a:solidFill>
                  <a:schemeClr val="bg2"/>
                </a:solidFill>
              </a:rPr>
              <a:t>Data </a:t>
            </a:r>
            <a:r>
              <a:rPr lang="en-US" sz="2400" dirty="0">
                <a:solidFill>
                  <a:schemeClr val="bg2"/>
                </a:solidFill>
              </a:rPr>
              <a:t>Integration: Logical link between website and Excel data.</a:t>
            </a:r>
          </a:p>
        </p:txBody>
      </p:sp>
    </p:spTree>
    <p:extLst>
      <p:ext uri="{BB962C8B-B14F-4D97-AF65-F5344CB8AC3E}">
        <p14:creationId xmlns:p14="http://schemas.microsoft.com/office/powerpoint/2010/main" val="1031100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049" y="2876971"/>
            <a:ext cx="6102426" cy="1325563"/>
          </a:xfrm>
        </p:spPr>
        <p:txBody>
          <a:bodyPr/>
          <a:lstStyle/>
          <a:p>
            <a:r>
              <a:rPr lang="en-CA" b="1" u="sng" dirty="0">
                <a:solidFill>
                  <a:schemeClr val="bg2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LIVE DEMO &amp; GITHUB</a:t>
            </a:r>
            <a:endParaRPr lang="en-US" b="1" u="sng" dirty="0">
              <a:solidFill>
                <a:schemeClr val="bg2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963" y="4073066"/>
            <a:ext cx="4725318" cy="917575"/>
          </a:xfrm>
        </p:spPr>
        <p:txBody>
          <a:bodyPr>
            <a:normAutofit lnSpcReduction="10000"/>
          </a:bodyPr>
          <a:lstStyle/>
          <a:p>
            <a:r>
              <a:rPr lang="en-CA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</a:t>
            </a:r>
            <a:r>
              <a:rPr lang="en-CA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Website: </a:t>
            </a:r>
          </a:p>
          <a:p>
            <a:r>
              <a:rPr lang="en-CA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</a:t>
            </a:r>
            <a:r>
              <a:rPr lang="en-CA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Code: </a:t>
            </a:r>
            <a:endParaRPr lang="en-CA" dirty="0">
              <a:solidFill>
                <a:schemeClr val="bg2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395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/>
                </a:solidFill>
                <a:latin typeface="Algerian" panose="04020705040A02060702" pitchFamily="82" charset="0"/>
              </a:rPr>
              <a:t>REFLECTION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815988" cy="4351338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bg2"/>
                </a:solidFill>
              </a:rPr>
              <a:t>Integrated Workflow: Gained hands-on experience in linking web development with MS Excel for data-driven insights.  </a:t>
            </a:r>
            <a:r>
              <a:rPr lang="en-US" sz="2400" dirty="0" smtClean="0">
                <a:solidFill>
                  <a:schemeClr val="bg2"/>
                </a:solidFill>
              </a:rPr>
              <a:t>​</a:t>
            </a:r>
          </a:p>
          <a:p>
            <a:r>
              <a:rPr lang="en-US" sz="2400" dirty="0" smtClean="0">
                <a:solidFill>
                  <a:schemeClr val="bg2"/>
                </a:solidFill>
              </a:rPr>
              <a:t>Technical </a:t>
            </a:r>
            <a:r>
              <a:rPr lang="en-US" sz="2400" dirty="0">
                <a:solidFill>
                  <a:schemeClr val="bg2"/>
                </a:solidFill>
              </a:rPr>
              <a:t>Proficiency: Improved skills in Semantic HTML5, CSS </a:t>
            </a:r>
            <a:r>
              <a:rPr lang="en-US" sz="2400" dirty="0" err="1">
                <a:solidFill>
                  <a:schemeClr val="bg2"/>
                </a:solidFill>
              </a:rPr>
              <a:t>Flexbox</a:t>
            </a:r>
            <a:r>
              <a:rPr lang="en-US" sz="2400" dirty="0">
                <a:solidFill>
                  <a:schemeClr val="bg2"/>
                </a:solidFill>
              </a:rPr>
              <a:t>, and version control using </a:t>
            </a:r>
            <a:r>
              <a:rPr lang="en-US" sz="2400" dirty="0" err="1">
                <a:solidFill>
                  <a:schemeClr val="bg2"/>
                </a:solidFill>
              </a:rPr>
              <a:t>GitHub</a:t>
            </a:r>
            <a:r>
              <a:rPr lang="en-US" sz="2400" dirty="0">
                <a:solidFill>
                  <a:schemeClr val="bg2"/>
                </a:solidFill>
              </a:rPr>
              <a:t>.  </a:t>
            </a:r>
            <a:r>
              <a:rPr lang="en-US" sz="2400" dirty="0" smtClean="0">
                <a:solidFill>
                  <a:schemeClr val="bg2"/>
                </a:solidFill>
              </a:rPr>
              <a:t>​</a:t>
            </a:r>
          </a:p>
          <a:p>
            <a:r>
              <a:rPr lang="en-US" sz="2400" dirty="0" smtClean="0">
                <a:solidFill>
                  <a:schemeClr val="bg2"/>
                </a:solidFill>
              </a:rPr>
              <a:t>​</a:t>
            </a:r>
            <a:r>
              <a:rPr lang="en-US" sz="2400" dirty="0">
                <a:solidFill>
                  <a:schemeClr val="bg2"/>
                </a:solidFill>
              </a:rPr>
              <a:t>Future Enhancements: We plan to integrate an AI-powered project estimation tool and a real-time client dashboard in the next phase</a:t>
            </a:r>
            <a:r>
              <a:rPr lang="en-US" sz="2400" dirty="0" smtClean="0">
                <a:solidFill>
                  <a:schemeClr val="bg2"/>
                </a:solidFill>
              </a:rPr>
              <a:t>.</a:t>
            </a:r>
          </a:p>
          <a:p>
            <a:r>
              <a:rPr lang="en-US" sz="2400" dirty="0" smtClean="0">
                <a:solidFill>
                  <a:schemeClr val="bg2"/>
                </a:solidFill>
              </a:rPr>
              <a:t>​</a:t>
            </a:r>
            <a:r>
              <a:rPr lang="en-US" sz="2400" dirty="0">
                <a:solidFill>
                  <a:schemeClr val="bg2"/>
                </a:solidFill>
              </a:rPr>
              <a:t>Professional Growth: Learned the importance of professional presence through LinkedIn and </a:t>
            </a:r>
            <a:r>
              <a:rPr lang="en-US" sz="2400" dirty="0" err="1">
                <a:solidFill>
                  <a:schemeClr val="bg2"/>
                </a:solidFill>
              </a:rPr>
              <a:t>GitHub</a:t>
            </a:r>
            <a:r>
              <a:rPr lang="en-US" sz="2400" dirty="0">
                <a:solidFill>
                  <a:schemeClr val="bg2"/>
                </a:solidFill>
              </a:rPr>
              <a:t> Pages.</a:t>
            </a:r>
          </a:p>
        </p:txBody>
      </p:sp>
      <p:pic>
        <p:nvPicPr>
          <p:cNvPr id="4" name="Picture 2" descr="Thinking Man PNG Transparent Images ...">
            <a:extLst>
              <a:ext uri="{FF2B5EF4-FFF2-40B4-BE49-F238E27FC236}">
                <a16:creationId xmlns="" xmlns:a16="http://schemas.microsoft.com/office/drawing/2014/main" id="{DFDAE326-BBD3-CD72-CEEA-523A23F68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78" b="89778" l="6222" r="92889">
                        <a14:foregroundMark x1="53778" y1="88444" x2="53778" y2="88444"/>
                        <a14:foregroundMark x1="83111" y1="20444" x2="83111" y2="20444"/>
                        <a14:foregroundMark x1="81333" y1="16889" x2="81333" y2="16889"/>
                        <a14:foregroundMark x1="79556" y1="14667" x2="79556" y2="14667"/>
                        <a14:foregroundMark x1="80000" y1="12444" x2="80000" y2="12444"/>
                        <a14:foregroundMark x1="80000" y1="12444" x2="80000" y2="12444"/>
                        <a14:foregroundMark x1="77778" y1="14667" x2="77778" y2="14667"/>
                        <a14:foregroundMark x1="77778" y1="15111" x2="77778" y2="15111"/>
                        <a14:foregroundMark x1="77778" y1="17333" x2="78667" y2="24444"/>
                        <a14:foregroundMark x1="80444" y1="14222" x2="90222" y2="19556"/>
                        <a14:foregroundMark x1="85778" y1="12889" x2="90667" y2="25333"/>
                        <a14:foregroundMark x1="92000" y1="16000" x2="92889" y2="22222"/>
                        <a14:foregroundMark x1="83111" y1="20889" x2="88444" y2="18667"/>
                        <a14:foregroundMark x1="92889" y1="15556" x2="92000" y2="27111"/>
                        <a14:foregroundMark x1="74667" y1="36444" x2="74667" y2="36444"/>
                        <a14:foregroundMark x1="68000" y1="40444" x2="68000" y2="40444"/>
                        <a14:foregroundMark x1="34222" y1="41778" x2="34222" y2="41778"/>
                        <a14:foregroundMark x1="26222" y1="36889" x2="26222" y2="36889"/>
                        <a14:foregroundMark x1="18222" y1="20000" x2="18222" y2="20000"/>
                        <a14:foregroundMark x1="12889" y1="18222" x2="19556" y2="25333"/>
                        <a14:foregroundMark x1="17333" y1="14667" x2="16444" y2="27111"/>
                        <a14:foregroundMark x1="12444" y1="16000" x2="11556" y2="14667"/>
                        <a14:foregroundMark x1="12889" y1="12000" x2="15556" y2="28000"/>
                        <a14:foregroundMark x1="15556" y1="28000" x2="23556" y2="14222"/>
                        <a14:foregroundMark x1="23556" y1="14222" x2="13333" y2="14667"/>
                        <a14:foregroundMark x1="10222" y1="11111" x2="10222" y2="27111"/>
                        <a14:foregroundMark x1="10222" y1="27111" x2="14222" y2="28000"/>
                        <a14:foregroundMark x1="6222" y1="16889" x2="7556" y2="25778"/>
                      </a14:backgroundRemoval>
                    </a14:imgEffect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663" y="2367912"/>
            <a:ext cx="3067156" cy="306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4602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" b="5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6" b="7796"/>
          <a:stretch/>
        </p:blipFill>
        <p:spPr>
          <a:xfrm>
            <a:off x="12753975" y="0"/>
            <a:ext cx="12213485" cy="6870086"/>
          </a:xfrm>
          <a:prstGeom prst="rect">
            <a:avLst/>
          </a:prstGeom>
        </p:spPr>
      </p:pic>
      <p:sp>
        <p:nvSpPr>
          <p:cNvPr id="8" name="Freeform 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6392491" y="4305389"/>
                </a:moveTo>
                <a:lnTo>
                  <a:pt x="6392603" y="4305389"/>
                </a:lnTo>
                <a:lnTo>
                  <a:pt x="6417829" y="4377385"/>
                </a:lnTo>
                <a:lnTo>
                  <a:pt x="6367600" y="4377385"/>
                </a:lnTo>
                <a:close/>
                <a:moveTo>
                  <a:pt x="4963742" y="4305389"/>
                </a:moveTo>
                <a:lnTo>
                  <a:pt x="4963853" y="4305389"/>
                </a:lnTo>
                <a:lnTo>
                  <a:pt x="4989079" y="4377385"/>
                </a:lnTo>
                <a:lnTo>
                  <a:pt x="4938850" y="4377385"/>
                </a:lnTo>
                <a:close/>
                <a:moveTo>
                  <a:pt x="1965264" y="4302152"/>
                </a:moveTo>
                <a:lnTo>
                  <a:pt x="1984798" y="4302152"/>
                </a:lnTo>
                <a:cubicBezTo>
                  <a:pt x="1994769" y="4302152"/>
                  <a:pt x="2002918" y="4303529"/>
                  <a:pt x="2009243" y="4306282"/>
                </a:cubicBezTo>
                <a:cubicBezTo>
                  <a:pt x="2015568" y="4309036"/>
                  <a:pt x="2020795" y="4312868"/>
                  <a:pt x="2024925" y="4317779"/>
                </a:cubicBezTo>
                <a:cubicBezTo>
                  <a:pt x="2029056" y="4322691"/>
                  <a:pt x="2032088" y="4328514"/>
                  <a:pt x="2034023" y="4335248"/>
                </a:cubicBezTo>
                <a:cubicBezTo>
                  <a:pt x="2035957" y="4341982"/>
                  <a:pt x="2036925" y="4349256"/>
                  <a:pt x="2036925" y="4357070"/>
                </a:cubicBezTo>
                <a:cubicBezTo>
                  <a:pt x="2036925" y="4366893"/>
                  <a:pt x="2035864" y="4375394"/>
                  <a:pt x="2033743" y="4382575"/>
                </a:cubicBezTo>
                <a:cubicBezTo>
                  <a:pt x="2031623" y="4389756"/>
                  <a:pt x="2028442" y="4395728"/>
                  <a:pt x="2024200" y="4400491"/>
                </a:cubicBezTo>
                <a:cubicBezTo>
                  <a:pt x="2019958" y="4405253"/>
                  <a:pt x="2014675" y="4408788"/>
                  <a:pt x="2008350" y="4411095"/>
                </a:cubicBezTo>
                <a:cubicBezTo>
                  <a:pt x="2002025" y="4413401"/>
                  <a:pt x="1994248" y="4414555"/>
                  <a:pt x="1985021" y="4414555"/>
                </a:cubicBezTo>
                <a:lnTo>
                  <a:pt x="1965264" y="4414555"/>
                </a:lnTo>
                <a:close/>
                <a:moveTo>
                  <a:pt x="10099074" y="4300478"/>
                </a:moveTo>
                <a:cubicBezTo>
                  <a:pt x="10107398" y="4300478"/>
                  <a:pt x="10114384" y="4301929"/>
                  <a:pt x="10120032" y="4304831"/>
                </a:cubicBezTo>
                <a:cubicBezTo>
                  <a:pt x="10125680" y="4307733"/>
                  <a:pt x="10130194" y="4311770"/>
                  <a:pt x="10133576" y="4316942"/>
                </a:cubicBezTo>
                <a:cubicBezTo>
                  <a:pt x="10136958" y="4322114"/>
                  <a:pt x="10139374" y="4328216"/>
                  <a:pt x="10140823" y="4335248"/>
                </a:cubicBezTo>
                <a:cubicBezTo>
                  <a:pt x="10142272" y="4342280"/>
                  <a:pt x="10142997" y="4349889"/>
                  <a:pt x="10142997" y="4358075"/>
                </a:cubicBezTo>
                <a:cubicBezTo>
                  <a:pt x="10142997" y="4365888"/>
                  <a:pt x="10142254" y="4373292"/>
                  <a:pt x="10140768" y="4380287"/>
                </a:cubicBezTo>
                <a:cubicBezTo>
                  <a:pt x="10139281" y="4387282"/>
                  <a:pt x="10136791" y="4393440"/>
                  <a:pt x="10133298" y="4398760"/>
                </a:cubicBezTo>
                <a:cubicBezTo>
                  <a:pt x="10129804" y="4404081"/>
                  <a:pt x="10125196" y="4408304"/>
                  <a:pt x="10119475" y="4411429"/>
                </a:cubicBezTo>
                <a:cubicBezTo>
                  <a:pt x="10113752" y="4414555"/>
                  <a:pt x="10106691" y="4416117"/>
                  <a:pt x="10098292" y="4416117"/>
                </a:cubicBezTo>
                <a:cubicBezTo>
                  <a:pt x="10089821" y="4416117"/>
                  <a:pt x="10082780" y="4414685"/>
                  <a:pt x="10077168" y="4411820"/>
                </a:cubicBezTo>
                <a:cubicBezTo>
                  <a:pt x="10071557" y="4408955"/>
                  <a:pt x="10067080" y="4404937"/>
                  <a:pt x="10063735" y="4399765"/>
                </a:cubicBezTo>
                <a:cubicBezTo>
                  <a:pt x="10060390" y="4394593"/>
                  <a:pt x="10058012" y="4388435"/>
                  <a:pt x="10056600" y="4381292"/>
                </a:cubicBezTo>
                <a:cubicBezTo>
                  <a:pt x="10055187" y="4374148"/>
                  <a:pt x="10054482" y="4366335"/>
                  <a:pt x="10054482" y="4357851"/>
                </a:cubicBezTo>
                <a:cubicBezTo>
                  <a:pt x="10054482" y="4350187"/>
                  <a:pt x="10055243" y="4342875"/>
                  <a:pt x="10056767" y="4335918"/>
                </a:cubicBezTo>
                <a:cubicBezTo>
                  <a:pt x="10058290" y="4328960"/>
                  <a:pt x="10060818" y="4322877"/>
                  <a:pt x="10064348" y="4317668"/>
                </a:cubicBezTo>
                <a:cubicBezTo>
                  <a:pt x="10067878" y="4312459"/>
                  <a:pt x="10072466" y="4308292"/>
                  <a:pt x="10078116" y="4305166"/>
                </a:cubicBezTo>
                <a:cubicBezTo>
                  <a:pt x="10083764" y="4302041"/>
                  <a:pt x="10090750" y="4300478"/>
                  <a:pt x="10099074" y="4300478"/>
                </a:cubicBezTo>
                <a:close/>
                <a:moveTo>
                  <a:pt x="7870280" y="4300478"/>
                </a:moveTo>
                <a:cubicBezTo>
                  <a:pt x="7878614" y="4300478"/>
                  <a:pt x="7885609" y="4301929"/>
                  <a:pt x="7891265" y="4304831"/>
                </a:cubicBezTo>
                <a:cubicBezTo>
                  <a:pt x="7896920" y="4307733"/>
                  <a:pt x="7901441" y="4311770"/>
                  <a:pt x="7904827" y="4316942"/>
                </a:cubicBezTo>
                <a:cubicBezTo>
                  <a:pt x="7908213" y="4322114"/>
                  <a:pt x="7910631" y="4328197"/>
                  <a:pt x="7912082" y="4335192"/>
                </a:cubicBezTo>
                <a:cubicBezTo>
                  <a:pt x="7913533" y="4342187"/>
                  <a:pt x="7914259" y="4349777"/>
                  <a:pt x="7914259" y="4357963"/>
                </a:cubicBezTo>
                <a:cubicBezTo>
                  <a:pt x="7914259" y="4365776"/>
                  <a:pt x="7913515" y="4373199"/>
                  <a:pt x="7912026" y="4380231"/>
                </a:cubicBezTo>
                <a:cubicBezTo>
                  <a:pt x="7910538" y="4387263"/>
                  <a:pt x="7908045" y="4393440"/>
                  <a:pt x="7904548" y="4398760"/>
                </a:cubicBezTo>
                <a:cubicBezTo>
                  <a:pt x="7901050" y="4404081"/>
                  <a:pt x="7896437" y="4408304"/>
                  <a:pt x="7890707" y="4411429"/>
                </a:cubicBezTo>
                <a:cubicBezTo>
                  <a:pt x="7884977" y="4414555"/>
                  <a:pt x="7877907" y="4416117"/>
                  <a:pt x="7869499" y="4416117"/>
                </a:cubicBezTo>
                <a:cubicBezTo>
                  <a:pt x="7861015" y="4416117"/>
                  <a:pt x="7853965" y="4414685"/>
                  <a:pt x="7848346" y="4411820"/>
                </a:cubicBezTo>
                <a:cubicBezTo>
                  <a:pt x="7842728" y="4408955"/>
                  <a:pt x="7838245" y="4404918"/>
                  <a:pt x="7834896" y="4399709"/>
                </a:cubicBezTo>
                <a:cubicBezTo>
                  <a:pt x="7831547" y="4394500"/>
                  <a:pt x="7829166" y="4388342"/>
                  <a:pt x="7827752" y="4381236"/>
                </a:cubicBezTo>
                <a:cubicBezTo>
                  <a:pt x="7826338" y="4374129"/>
                  <a:pt x="7825632" y="4366335"/>
                  <a:pt x="7825632" y="4357851"/>
                </a:cubicBezTo>
                <a:cubicBezTo>
                  <a:pt x="7825632" y="4350112"/>
                  <a:pt x="7826394" y="4342782"/>
                  <a:pt x="7827920" y="4335862"/>
                </a:cubicBezTo>
                <a:cubicBezTo>
                  <a:pt x="7829445" y="4328941"/>
                  <a:pt x="7831975" y="4322858"/>
                  <a:pt x="7835510" y="4317612"/>
                </a:cubicBezTo>
                <a:cubicBezTo>
                  <a:pt x="7839045" y="4312366"/>
                  <a:pt x="7843640" y="4308199"/>
                  <a:pt x="7849295" y="4305110"/>
                </a:cubicBezTo>
                <a:cubicBezTo>
                  <a:pt x="7854951" y="4302022"/>
                  <a:pt x="7861946" y="4300478"/>
                  <a:pt x="7870280" y="4300478"/>
                </a:cubicBezTo>
                <a:close/>
                <a:moveTo>
                  <a:pt x="3469675" y="4300478"/>
                </a:moveTo>
                <a:cubicBezTo>
                  <a:pt x="3477999" y="4300478"/>
                  <a:pt x="3484984" y="4301929"/>
                  <a:pt x="3490632" y="4304831"/>
                </a:cubicBezTo>
                <a:cubicBezTo>
                  <a:pt x="3496280" y="4307733"/>
                  <a:pt x="3500795" y="4311770"/>
                  <a:pt x="3504177" y="4316942"/>
                </a:cubicBezTo>
                <a:cubicBezTo>
                  <a:pt x="3507559" y="4322114"/>
                  <a:pt x="3509974" y="4328216"/>
                  <a:pt x="3511424" y="4335248"/>
                </a:cubicBezTo>
                <a:cubicBezTo>
                  <a:pt x="3512873" y="4342280"/>
                  <a:pt x="3513598" y="4349889"/>
                  <a:pt x="3513598" y="4358075"/>
                </a:cubicBezTo>
                <a:cubicBezTo>
                  <a:pt x="3513598" y="4365888"/>
                  <a:pt x="3512854" y="4373292"/>
                  <a:pt x="3511368" y="4380287"/>
                </a:cubicBezTo>
                <a:cubicBezTo>
                  <a:pt x="3509881" y="4387282"/>
                  <a:pt x="3507392" y="4393440"/>
                  <a:pt x="3503899" y="4398760"/>
                </a:cubicBezTo>
                <a:cubicBezTo>
                  <a:pt x="3500406" y="4404081"/>
                  <a:pt x="3495798" y="4408304"/>
                  <a:pt x="3490075" y="4411429"/>
                </a:cubicBezTo>
                <a:cubicBezTo>
                  <a:pt x="3484352" y="4414555"/>
                  <a:pt x="3477292" y="4416117"/>
                  <a:pt x="3468893" y="4416117"/>
                </a:cubicBezTo>
                <a:cubicBezTo>
                  <a:pt x="3460422" y="4416117"/>
                  <a:pt x="3453380" y="4414685"/>
                  <a:pt x="3447769" y="4411820"/>
                </a:cubicBezTo>
                <a:cubicBezTo>
                  <a:pt x="3442158" y="4408955"/>
                  <a:pt x="3437680" y="4404937"/>
                  <a:pt x="3434335" y="4399765"/>
                </a:cubicBezTo>
                <a:cubicBezTo>
                  <a:pt x="3430991" y="4394593"/>
                  <a:pt x="3428612" y="4388435"/>
                  <a:pt x="3427200" y="4381292"/>
                </a:cubicBezTo>
                <a:cubicBezTo>
                  <a:pt x="3425788" y="4374148"/>
                  <a:pt x="3425082" y="4366335"/>
                  <a:pt x="3425082" y="4357851"/>
                </a:cubicBezTo>
                <a:cubicBezTo>
                  <a:pt x="3425082" y="4350187"/>
                  <a:pt x="3425844" y="4342875"/>
                  <a:pt x="3427368" y="4335918"/>
                </a:cubicBezTo>
                <a:cubicBezTo>
                  <a:pt x="3428891" y="4328960"/>
                  <a:pt x="3431418" y="4322877"/>
                  <a:pt x="3434948" y="4317668"/>
                </a:cubicBezTo>
                <a:cubicBezTo>
                  <a:pt x="3438478" y="4312459"/>
                  <a:pt x="3443068" y="4308292"/>
                  <a:pt x="3448716" y="4305166"/>
                </a:cubicBezTo>
                <a:cubicBezTo>
                  <a:pt x="3454365" y="4302041"/>
                  <a:pt x="3461351" y="4300478"/>
                  <a:pt x="3469675" y="4300478"/>
                </a:cubicBezTo>
                <a:close/>
                <a:moveTo>
                  <a:pt x="2402874" y="4300478"/>
                </a:moveTo>
                <a:cubicBezTo>
                  <a:pt x="2411198" y="4300478"/>
                  <a:pt x="2418184" y="4301929"/>
                  <a:pt x="2423832" y="4304831"/>
                </a:cubicBezTo>
                <a:cubicBezTo>
                  <a:pt x="2429480" y="4307733"/>
                  <a:pt x="2433995" y="4311770"/>
                  <a:pt x="2437377" y="4316942"/>
                </a:cubicBezTo>
                <a:cubicBezTo>
                  <a:pt x="2440759" y="4322114"/>
                  <a:pt x="2443174" y="4328216"/>
                  <a:pt x="2444624" y="4335248"/>
                </a:cubicBezTo>
                <a:cubicBezTo>
                  <a:pt x="2446073" y="4342280"/>
                  <a:pt x="2446797" y="4349889"/>
                  <a:pt x="2446797" y="4358075"/>
                </a:cubicBezTo>
                <a:cubicBezTo>
                  <a:pt x="2446797" y="4365888"/>
                  <a:pt x="2446054" y="4373292"/>
                  <a:pt x="2444568" y="4380287"/>
                </a:cubicBezTo>
                <a:cubicBezTo>
                  <a:pt x="2443081" y="4387282"/>
                  <a:pt x="2440591" y="4393440"/>
                  <a:pt x="2437099" y="4398760"/>
                </a:cubicBezTo>
                <a:cubicBezTo>
                  <a:pt x="2433606" y="4404081"/>
                  <a:pt x="2428998" y="4408304"/>
                  <a:pt x="2423275" y="4411429"/>
                </a:cubicBezTo>
                <a:cubicBezTo>
                  <a:pt x="2417552" y="4414555"/>
                  <a:pt x="2410492" y="4416117"/>
                  <a:pt x="2402093" y="4416117"/>
                </a:cubicBezTo>
                <a:cubicBezTo>
                  <a:pt x="2393622" y="4416117"/>
                  <a:pt x="2386580" y="4414685"/>
                  <a:pt x="2380969" y="4411820"/>
                </a:cubicBezTo>
                <a:cubicBezTo>
                  <a:pt x="2375358" y="4408955"/>
                  <a:pt x="2370880" y="4404937"/>
                  <a:pt x="2367535" y="4399765"/>
                </a:cubicBezTo>
                <a:cubicBezTo>
                  <a:pt x="2364191" y="4394593"/>
                  <a:pt x="2361812" y="4388435"/>
                  <a:pt x="2360400" y="4381292"/>
                </a:cubicBezTo>
                <a:cubicBezTo>
                  <a:pt x="2358988" y="4374148"/>
                  <a:pt x="2358282" y="4366335"/>
                  <a:pt x="2358282" y="4357851"/>
                </a:cubicBezTo>
                <a:cubicBezTo>
                  <a:pt x="2358282" y="4350187"/>
                  <a:pt x="2359044" y="4342875"/>
                  <a:pt x="2360567" y="4335918"/>
                </a:cubicBezTo>
                <a:cubicBezTo>
                  <a:pt x="2362091" y="4328960"/>
                  <a:pt x="2364618" y="4322877"/>
                  <a:pt x="2368148" y="4317668"/>
                </a:cubicBezTo>
                <a:cubicBezTo>
                  <a:pt x="2371678" y="4312459"/>
                  <a:pt x="2376267" y="4308292"/>
                  <a:pt x="2381916" y="4305166"/>
                </a:cubicBezTo>
                <a:cubicBezTo>
                  <a:pt x="2387565" y="4302041"/>
                  <a:pt x="2394551" y="4300478"/>
                  <a:pt x="2402874" y="4300478"/>
                </a:cubicBezTo>
                <a:close/>
                <a:moveTo>
                  <a:pt x="9342785" y="4286191"/>
                </a:moveTo>
                <a:cubicBezTo>
                  <a:pt x="9342190" y="4286191"/>
                  <a:pt x="9341650" y="4286339"/>
                  <a:pt x="9341166" y="4286637"/>
                </a:cubicBezTo>
                <a:cubicBezTo>
                  <a:pt x="9340683" y="4286935"/>
                  <a:pt x="9340292" y="4287418"/>
                  <a:pt x="9339994" y="4288088"/>
                </a:cubicBezTo>
                <a:cubicBezTo>
                  <a:pt x="9339697" y="4288758"/>
                  <a:pt x="9339455" y="4289632"/>
                  <a:pt x="9339269" y="4290711"/>
                </a:cubicBezTo>
                <a:cubicBezTo>
                  <a:pt x="9339083" y="4291790"/>
                  <a:pt x="9338990" y="4293037"/>
                  <a:pt x="9338990" y="4294451"/>
                </a:cubicBezTo>
                <a:cubicBezTo>
                  <a:pt x="9338990" y="4295864"/>
                  <a:pt x="9339083" y="4297092"/>
                  <a:pt x="9339269" y="4298134"/>
                </a:cubicBezTo>
                <a:cubicBezTo>
                  <a:pt x="9339455" y="4299176"/>
                  <a:pt x="9339697" y="4300013"/>
                  <a:pt x="9339994" y="4300645"/>
                </a:cubicBezTo>
                <a:cubicBezTo>
                  <a:pt x="9340292" y="4301278"/>
                  <a:pt x="9340683" y="4301743"/>
                  <a:pt x="9341166" y="4302041"/>
                </a:cubicBezTo>
                <a:cubicBezTo>
                  <a:pt x="9341650" y="4302338"/>
                  <a:pt x="9342190" y="4302487"/>
                  <a:pt x="9342785" y="4302487"/>
                </a:cubicBezTo>
                <a:lnTo>
                  <a:pt x="9383416" y="4302487"/>
                </a:lnTo>
                <a:lnTo>
                  <a:pt x="9383416" y="4427726"/>
                </a:lnTo>
                <a:cubicBezTo>
                  <a:pt x="9383416" y="4428321"/>
                  <a:pt x="9383564" y="4428842"/>
                  <a:pt x="9383862" y="4429289"/>
                </a:cubicBezTo>
                <a:cubicBezTo>
                  <a:pt x="9384160" y="4429735"/>
                  <a:pt x="9384680" y="4430089"/>
                  <a:pt x="9385424" y="4430349"/>
                </a:cubicBezTo>
                <a:cubicBezTo>
                  <a:pt x="9386168" y="4430610"/>
                  <a:pt x="9387173" y="4430833"/>
                  <a:pt x="9388438" y="4431019"/>
                </a:cubicBezTo>
                <a:cubicBezTo>
                  <a:pt x="9389704" y="4431205"/>
                  <a:pt x="9391229" y="4431298"/>
                  <a:pt x="9393014" y="4431298"/>
                </a:cubicBezTo>
                <a:cubicBezTo>
                  <a:pt x="9394875" y="4431298"/>
                  <a:pt x="9396419" y="4431205"/>
                  <a:pt x="9397647" y="4431019"/>
                </a:cubicBezTo>
                <a:cubicBezTo>
                  <a:pt x="9398875" y="4430833"/>
                  <a:pt x="9399861" y="4430610"/>
                  <a:pt x="9400605" y="4430349"/>
                </a:cubicBezTo>
                <a:cubicBezTo>
                  <a:pt x="9401349" y="4430089"/>
                  <a:pt x="9401870" y="4429735"/>
                  <a:pt x="9402168" y="4429289"/>
                </a:cubicBezTo>
                <a:cubicBezTo>
                  <a:pt x="9402466" y="4428842"/>
                  <a:pt x="9402614" y="4428321"/>
                  <a:pt x="9402614" y="4427726"/>
                </a:cubicBezTo>
                <a:lnTo>
                  <a:pt x="9402614" y="4302487"/>
                </a:lnTo>
                <a:lnTo>
                  <a:pt x="9443244" y="4302487"/>
                </a:lnTo>
                <a:cubicBezTo>
                  <a:pt x="9443840" y="4302487"/>
                  <a:pt x="9444379" y="4302338"/>
                  <a:pt x="9444862" y="4302041"/>
                </a:cubicBezTo>
                <a:cubicBezTo>
                  <a:pt x="9445346" y="4301743"/>
                  <a:pt x="9445756" y="4301278"/>
                  <a:pt x="9446090" y="4300645"/>
                </a:cubicBezTo>
                <a:cubicBezTo>
                  <a:pt x="9446426" y="4300013"/>
                  <a:pt x="9446667" y="4299176"/>
                  <a:pt x="9446816" y="4298134"/>
                </a:cubicBezTo>
                <a:cubicBezTo>
                  <a:pt x="9446965" y="4297092"/>
                  <a:pt x="9447040" y="4295864"/>
                  <a:pt x="9447040" y="4294451"/>
                </a:cubicBezTo>
                <a:cubicBezTo>
                  <a:pt x="9447040" y="4293037"/>
                  <a:pt x="9446965" y="4291790"/>
                  <a:pt x="9446816" y="4290711"/>
                </a:cubicBezTo>
                <a:cubicBezTo>
                  <a:pt x="9446667" y="4289632"/>
                  <a:pt x="9446426" y="4288758"/>
                  <a:pt x="9446090" y="4288088"/>
                </a:cubicBezTo>
                <a:cubicBezTo>
                  <a:pt x="9445756" y="4287418"/>
                  <a:pt x="9445346" y="4286935"/>
                  <a:pt x="9444862" y="4286637"/>
                </a:cubicBezTo>
                <a:cubicBezTo>
                  <a:pt x="9444379" y="4286339"/>
                  <a:pt x="9443840" y="4286191"/>
                  <a:pt x="9443244" y="4286191"/>
                </a:cubicBezTo>
                <a:close/>
                <a:moveTo>
                  <a:pt x="8630234" y="4286191"/>
                </a:moveTo>
                <a:cubicBezTo>
                  <a:pt x="8628522" y="4286191"/>
                  <a:pt x="8626904" y="4286767"/>
                  <a:pt x="8625378" y="4287921"/>
                </a:cubicBezTo>
                <a:cubicBezTo>
                  <a:pt x="8623852" y="4289074"/>
                  <a:pt x="8623090" y="4291102"/>
                  <a:pt x="8623090" y="4294004"/>
                </a:cubicBezTo>
                <a:lnTo>
                  <a:pt x="8623090" y="4422815"/>
                </a:lnTo>
                <a:cubicBezTo>
                  <a:pt x="8623090" y="4425717"/>
                  <a:pt x="8623852" y="4427745"/>
                  <a:pt x="8625378" y="4428898"/>
                </a:cubicBezTo>
                <a:cubicBezTo>
                  <a:pt x="8626904" y="4430052"/>
                  <a:pt x="8628522" y="4430628"/>
                  <a:pt x="8630234" y="4430628"/>
                </a:cubicBezTo>
                <a:lnTo>
                  <a:pt x="8699550" y="4430628"/>
                </a:lnTo>
                <a:cubicBezTo>
                  <a:pt x="8700146" y="4430628"/>
                  <a:pt x="8700685" y="4430479"/>
                  <a:pt x="8701168" y="4430182"/>
                </a:cubicBezTo>
                <a:cubicBezTo>
                  <a:pt x="8701652" y="4429884"/>
                  <a:pt x="8702080" y="4429400"/>
                  <a:pt x="8702452" y="4428731"/>
                </a:cubicBezTo>
                <a:cubicBezTo>
                  <a:pt x="8702824" y="4428061"/>
                  <a:pt x="8703084" y="4427224"/>
                  <a:pt x="8703234" y="4426219"/>
                </a:cubicBezTo>
                <a:cubicBezTo>
                  <a:pt x="8703382" y="4425215"/>
                  <a:pt x="8703457" y="4424043"/>
                  <a:pt x="8703457" y="4422703"/>
                </a:cubicBezTo>
                <a:cubicBezTo>
                  <a:pt x="8703457" y="4421215"/>
                  <a:pt x="8703382" y="4419968"/>
                  <a:pt x="8703234" y="4418964"/>
                </a:cubicBezTo>
                <a:cubicBezTo>
                  <a:pt x="8703084" y="4417959"/>
                  <a:pt x="8702824" y="4417141"/>
                  <a:pt x="8702452" y="4416508"/>
                </a:cubicBezTo>
                <a:cubicBezTo>
                  <a:pt x="8702080" y="4415876"/>
                  <a:pt x="8701652" y="4415411"/>
                  <a:pt x="8701168" y="4415113"/>
                </a:cubicBezTo>
                <a:cubicBezTo>
                  <a:pt x="8700685" y="4414815"/>
                  <a:pt x="8700146" y="4414666"/>
                  <a:pt x="8699550" y="4414666"/>
                </a:cubicBezTo>
                <a:lnTo>
                  <a:pt x="8642288" y="4414666"/>
                </a:lnTo>
                <a:lnTo>
                  <a:pt x="8642288" y="4362986"/>
                </a:lnTo>
                <a:lnTo>
                  <a:pt x="8690732" y="4362986"/>
                </a:lnTo>
                <a:cubicBezTo>
                  <a:pt x="8691328" y="4362986"/>
                  <a:pt x="8691867" y="4362856"/>
                  <a:pt x="8692350" y="4362595"/>
                </a:cubicBezTo>
                <a:cubicBezTo>
                  <a:pt x="8692834" y="4362335"/>
                  <a:pt x="8693244" y="4361907"/>
                  <a:pt x="8693578" y="4361312"/>
                </a:cubicBezTo>
                <a:cubicBezTo>
                  <a:pt x="8693913" y="4360716"/>
                  <a:pt x="8694155" y="4359935"/>
                  <a:pt x="8694304" y="4358968"/>
                </a:cubicBezTo>
                <a:cubicBezTo>
                  <a:pt x="8694452" y="4358000"/>
                  <a:pt x="8694527" y="4356847"/>
                  <a:pt x="8694527" y="4355507"/>
                </a:cubicBezTo>
                <a:cubicBezTo>
                  <a:pt x="8694527" y="4354093"/>
                  <a:pt x="8694452" y="4352866"/>
                  <a:pt x="8694304" y="4351824"/>
                </a:cubicBezTo>
                <a:cubicBezTo>
                  <a:pt x="8694155" y="4350782"/>
                  <a:pt x="8693913" y="4349963"/>
                  <a:pt x="8693578" y="4349368"/>
                </a:cubicBezTo>
                <a:cubicBezTo>
                  <a:pt x="8693244" y="4348773"/>
                  <a:pt x="8692834" y="4348308"/>
                  <a:pt x="8692350" y="4347973"/>
                </a:cubicBezTo>
                <a:cubicBezTo>
                  <a:pt x="8691867" y="4347638"/>
                  <a:pt x="8691328" y="4347471"/>
                  <a:pt x="8690732" y="4347471"/>
                </a:cubicBezTo>
                <a:lnTo>
                  <a:pt x="8642288" y="4347471"/>
                </a:lnTo>
                <a:lnTo>
                  <a:pt x="8642288" y="4302152"/>
                </a:lnTo>
                <a:lnTo>
                  <a:pt x="8698768" y="4302152"/>
                </a:lnTo>
                <a:cubicBezTo>
                  <a:pt x="8699364" y="4302152"/>
                  <a:pt x="8699904" y="4302004"/>
                  <a:pt x="8700387" y="4301706"/>
                </a:cubicBezTo>
                <a:cubicBezTo>
                  <a:pt x="8700871" y="4301408"/>
                  <a:pt x="8701262" y="4300943"/>
                  <a:pt x="8701559" y="4300311"/>
                </a:cubicBezTo>
                <a:cubicBezTo>
                  <a:pt x="8701857" y="4299678"/>
                  <a:pt x="8702098" y="4298860"/>
                  <a:pt x="8702285" y="4297855"/>
                </a:cubicBezTo>
                <a:cubicBezTo>
                  <a:pt x="8702471" y="4296850"/>
                  <a:pt x="8702564" y="4295678"/>
                  <a:pt x="8702564" y="4294339"/>
                </a:cubicBezTo>
                <a:cubicBezTo>
                  <a:pt x="8702564" y="4292851"/>
                  <a:pt x="8702471" y="4291604"/>
                  <a:pt x="8702285" y="4290600"/>
                </a:cubicBezTo>
                <a:cubicBezTo>
                  <a:pt x="8702098" y="4289595"/>
                  <a:pt x="8701857" y="4288758"/>
                  <a:pt x="8701559" y="4288088"/>
                </a:cubicBezTo>
                <a:cubicBezTo>
                  <a:pt x="8701262" y="4287418"/>
                  <a:pt x="8700871" y="4286935"/>
                  <a:pt x="8700387" y="4286637"/>
                </a:cubicBezTo>
                <a:cubicBezTo>
                  <a:pt x="8699904" y="4286339"/>
                  <a:pt x="8699364" y="4286191"/>
                  <a:pt x="8698768" y="4286191"/>
                </a:cubicBezTo>
                <a:close/>
                <a:moveTo>
                  <a:pt x="5696534" y="4286191"/>
                </a:moveTo>
                <a:cubicBezTo>
                  <a:pt x="5694823" y="4286191"/>
                  <a:pt x="5693204" y="4286767"/>
                  <a:pt x="5691678" y="4287921"/>
                </a:cubicBezTo>
                <a:cubicBezTo>
                  <a:pt x="5690153" y="4289074"/>
                  <a:pt x="5689390" y="4291102"/>
                  <a:pt x="5689390" y="4294004"/>
                </a:cubicBezTo>
                <a:lnTo>
                  <a:pt x="5689390" y="4422815"/>
                </a:lnTo>
                <a:cubicBezTo>
                  <a:pt x="5689390" y="4425717"/>
                  <a:pt x="5690153" y="4427745"/>
                  <a:pt x="5691678" y="4428898"/>
                </a:cubicBezTo>
                <a:cubicBezTo>
                  <a:pt x="5693204" y="4430052"/>
                  <a:pt x="5694823" y="4430628"/>
                  <a:pt x="5696534" y="4430628"/>
                </a:cubicBezTo>
                <a:lnTo>
                  <a:pt x="5765850" y="4430628"/>
                </a:lnTo>
                <a:cubicBezTo>
                  <a:pt x="5766447" y="4430628"/>
                  <a:pt x="5766986" y="4430479"/>
                  <a:pt x="5767469" y="4430182"/>
                </a:cubicBezTo>
                <a:cubicBezTo>
                  <a:pt x="5767954" y="4429884"/>
                  <a:pt x="5768381" y="4429400"/>
                  <a:pt x="5768753" y="4428731"/>
                </a:cubicBezTo>
                <a:cubicBezTo>
                  <a:pt x="5769125" y="4428061"/>
                  <a:pt x="5769385" y="4427224"/>
                  <a:pt x="5769534" y="4426219"/>
                </a:cubicBezTo>
                <a:cubicBezTo>
                  <a:pt x="5769683" y="4425215"/>
                  <a:pt x="5769757" y="4424043"/>
                  <a:pt x="5769757" y="4422703"/>
                </a:cubicBezTo>
                <a:cubicBezTo>
                  <a:pt x="5769757" y="4421215"/>
                  <a:pt x="5769683" y="4419968"/>
                  <a:pt x="5769534" y="4418964"/>
                </a:cubicBezTo>
                <a:cubicBezTo>
                  <a:pt x="5769385" y="4417959"/>
                  <a:pt x="5769125" y="4417141"/>
                  <a:pt x="5768753" y="4416508"/>
                </a:cubicBezTo>
                <a:cubicBezTo>
                  <a:pt x="5768381" y="4415876"/>
                  <a:pt x="5767954" y="4415411"/>
                  <a:pt x="5767469" y="4415113"/>
                </a:cubicBezTo>
                <a:cubicBezTo>
                  <a:pt x="5766986" y="4414815"/>
                  <a:pt x="5766447" y="4414666"/>
                  <a:pt x="5765850" y="4414666"/>
                </a:cubicBezTo>
                <a:lnTo>
                  <a:pt x="5708589" y="4414666"/>
                </a:lnTo>
                <a:lnTo>
                  <a:pt x="5708589" y="4362986"/>
                </a:lnTo>
                <a:lnTo>
                  <a:pt x="5757032" y="4362986"/>
                </a:lnTo>
                <a:cubicBezTo>
                  <a:pt x="5757628" y="4362986"/>
                  <a:pt x="5758167" y="4362856"/>
                  <a:pt x="5758651" y="4362595"/>
                </a:cubicBezTo>
                <a:cubicBezTo>
                  <a:pt x="5759135" y="4362335"/>
                  <a:pt x="5759545" y="4361907"/>
                  <a:pt x="5759879" y="4361312"/>
                </a:cubicBezTo>
                <a:cubicBezTo>
                  <a:pt x="5760215" y="4360716"/>
                  <a:pt x="5760456" y="4359935"/>
                  <a:pt x="5760604" y="4358968"/>
                </a:cubicBezTo>
                <a:cubicBezTo>
                  <a:pt x="5760753" y="4358000"/>
                  <a:pt x="5760828" y="4356847"/>
                  <a:pt x="5760828" y="4355507"/>
                </a:cubicBezTo>
                <a:cubicBezTo>
                  <a:pt x="5760828" y="4354093"/>
                  <a:pt x="5760753" y="4352866"/>
                  <a:pt x="5760604" y="4351824"/>
                </a:cubicBezTo>
                <a:cubicBezTo>
                  <a:pt x="5760456" y="4350782"/>
                  <a:pt x="5760215" y="4349963"/>
                  <a:pt x="5759879" y="4349368"/>
                </a:cubicBezTo>
                <a:cubicBezTo>
                  <a:pt x="5759545" y="4348773"/>
                  <a:pt x="5759135" y="4348308"/>
                  <a:pt x="5758651" y="4347973"/>
                </a:cubicBezTo>
                <a:cubicBezTo>
                  <a:pt x="5758167" y="4347638"/>
                  <a:pt x="5757628" y="4347471"/>
                  <a:pt x="5757032" y="4347471"/>
                </a:cubicBezTo>
                <a:lnTo>
                  <a:pt x="5708589" y="4347471"/>
                </a:lnTo>
                <a:lnTo>
                  <a:pt x="5708589" y="4302152"/>
                </a:lnTo>
                <a:lnTo>
                  <a:pt x="5765069" y="4302152"/>
                </a:lnTo>
                <a:cubicBezTo>
                  <a:pt x="5765664" y="4302152"/>
                  <a:pt x="5766204" y="4302004"/>
                  <a:pt x="5766689" y="4301706"/>
                </a:cubicBezTo>
                <a:cubicBezTo>
                  <a:pt x="5767172" y="4301408"/>
                  <a:pt x="5767562" y="4300943"/>
                  <a:pt x="5767860" y="4300311"/>
                </a:cubicBezTo>
                <a:cubicBezTo>
                  <a:pt x="5768158" y="4299678"/>
                  <a:pt x="5768400" y="4298860"/>
                  <a:pt x="5768585" y="4297855"/>
                </a:cubicBezTo>
                <a:cubicBezTo>
                  <a:pt x="5768771" y="4296850"/>
                  <a:pt x="5768865" y="4295678"/>
                  <a:pt x="5768865" y="4294339"/>
                </a:cubicBezTo>
                <a:cubicBezTo>
                  <a:pt x="5768865" y="4292851"/>
                  <a:pt x="5768771" y="4291604"/>
                  <a:pt x="5768585" y="4290600"/>
                </a:cubicBezTo>
                <a:cubicBezTo>
                  <a:pt x="5768400" y="4289595"/>
                  <a:pt x="5768158" y="4288758"/>
                  <a:pt x="5767860" y="4288088"/>
                </a:cubicBezTo>
                <a:cubicBezTo>
                  <a:pt x="5767562" y="4287418"/>
                  <a:pt x="5767172" y="4286935"/>
                  <a:pt x="5766689" y="4286637"/>
                </a:cubicBezTo>
                <a:cubicBezTo>
                  <a:pt x="5766204" y="4286339"/>
                  <a:pt x="5765664" y="4286191"/>
                  <a:pt x="5765069" y="4286191"/>
                </a:cubicBezTo>
                <a:close/>
                <a:moveTo>
                  <a:pt x="1953209" y="4286191"/>
                </a:moveTo>
                <a:cubicBezTo>
                  <a:pt x="1951498" y="4286191"/>
                  <a:pt x="1949879" y="4286767"/>
                  <a:pt x="1948353" y="4287921"/>
                </a:cubicBezTo>
                <a:cubicBezTo>
                  <a:pt x="1946828" y="4289074"/>
                  <a:pt x="1946065" y="4291102"/>
                  <a:pt x="1946065" y="4294004"/>
                </a:cubicBezTo>
                <a:lnTo>
                  <a:pt x="1946065" y="4422815"/>
                </a:lnTo>
                <a:cubicBezTo>
                  <a:pt x="1946065" y="4425717"/>
                  <a:pt x="1946828" y="4427745"/>
                  <a:pt x="1948353" y="4428898"/>
                </a:cubicBezTo>
                <a:cubicBezTo>
                  <a:pt x="1949879" y="4430052"/>
                  <a:pt x="1951498" y="4430628"/>
                  <a:pt x="1953209" y="4430628"/>
                </a:cubicBezTo>
                <a:lnTo>
                  <a:pt x="1983793" y="4430628"/>
                </a:lnTo>
                <a:cubicBezTo>
                  <a:pt x="1996146" y="4430628"/>
                  <a:pt x="2006787" y="4429103"/>
                  <a:pt x="2015717" y="4426052"/>
                </a:cubicBezTo>
                <a:cubicBezTo>
                  <a:pt x="2024646" y="4423001"/>
                  <a:pt x="2032181" y="4418406"/>
                  <a:pt x="2038320" y="4412267"/>
                </a:cubicBezTo>
                <a:cubicBezTo>
                  <a:pt x="2044459" y="4406127"/>
                  <a:pt x="2049129" y="4398388"/>
                  <a:pt x="2052328" y="4389049"/>
                </a:cubicBezTo>
                <a:cubicBezTo>
                  <a:pt x="2055528" y="4379710"/>
                  <a:pt x="2057128" y="4368790"/>
                  <a:pt x="2057128" y="4356289"/>
                </a:cubicBezTo>
                <a:cubicBezTo>
                  <a:pt x="2057128" y="4345424"/>
                  <a:pt x="2055621" y="4335676"/>
                  <a:pt x="2052607" y="4327044"/>
                </a:cubicBezTo>
                <a:cubicBezTo>
                  <a:pt x="2049594" y="4318412"/>
                  <a:pt x="2045166" y="4311063"/>
                  <a:pt x="2039325" y="4304999"/>
                </a:cubicBezTo>
                <a:cubicBezTo>
                  <a:pt x="2033483" y="4298934"/>
                  <a:pt x="2026246" y="4294283"/>
                  <a:pt x="2017614" y="4291046"/>
                </a:cubicBezTo>
                <a:cubicBezTo>
                  <a:pt x="2008982" y="4287809"/>
                  <a:pt x="1998415" y="4286191"/>
                  <a:pt x="1985914" y="4286191"/>
                </a:cubicBezTo>
                <a:close/>
                <a:moveTo>
                  <a:pt x="10542107" y="4285856"/>
                </a:moveTo>
                <a:cubicBezTo>
                  <a:pt x="10540144" y="4285856"/>
                  <a:pt x="10538554" y="4285930"/>
                  <a:pt x="10537337" y="4286079"/>
                </a:cubicBezTo>
                <a:cubicBezTo>
                  <a:pt x="10536119" y="4286228"/>
                  <a:pt x="10535138" y="4286470"/>
                  <a:pt x="10534392" y="4286804"/>
                </a:cubicBezTo>
                <a:cubicBezTo>
                  <a:pt x="10533646" y="4287139"/>
                  <a:pt x="10533116" y="4287530"/>
                  <a:pt x="10532802" y="4287976"/>
                </a:cubicBezTo>
                <a:cubicBezTo>
                  <a:pt x="10532488" y="4288423"/>
                  <a:pt x="10532331" y="4288907"/>
                  <a:pt x="10532331" y="4289428"/>
                </a:cubicBezTo>
                <a:lnTo>
                  <a:pt x="10532331" y="4367786"/>
                </a:lnTo>
                <a:cubicBezTo>
                  <a:pt x="10532331" y="4373664"/>
                  <a:pt x="10532350" y="4379785"/>
                  <a:pt x="10532387" y="4386147"/>
                </a:cubicBezTo>
                <a:cubicBezTo>
                  <a:pt x="10532424" y="4392510"/>
                  <a:pt x="10532517" y="4398630"/>
                  <a:pt x="10532666" y="4404509"/>
                </a:cubicBezTo>
                <a:lnTo>
                  <a:pt x="10532554" y="4404509"/>
                </a:lnTo>
                <a:cubicBezTo>
                  <a:pt x="10530828" y="4401011"/>
                  <a:pt x="10529084" y="4397533"/>
                  <a:pt x="10527322" y="4394072"/>
                </a:cubicBezTo>
                <a:cubicBezTo>
                  <a:pt x="10525561" y="4390612"/>
                  <a:pt x="10523781" y="4387096"/>
                  <a:pt x="10521983" y="4383524"/>
                </a:cubicBezTo>
                <a:cubicBezTo>
                  <a:pt x="10520185" y="4379952"/>
                  <a:pt x="10518315" y="4376325"/>
                  <a:pt x="10516373" y="4372641"/>
                </a:cubicBezTo>
                <a:cubicBezTo>
                  <a:pt x="10514431" y="4368958"/>
                  <a:pt x="10512417" y="4365181"/>
                  <a:pt x="10510331" y="4361312"/>
                </a:cubicBezTo>
                <a:lnTo>
                  <a:pt x="10476458" y="4297911"/>
                </a:lnTo>
                <a:cubicBezTo>
                  <a:pt x="10475235" y="4295604"/>
                  <a:pt x="10474066" y="4293688"/>
                  <a:pt x="10472952" y="4292162"/>
                </a:cubicBezTo>
                <a:cubicBezTo>
                  <a:pt x="10471838" y="4290637"/>
                  <a:pt x="10470686" y="4289446"/>
                  <a:pt x="10469497" y="4288590"/>
                </a:cubicBezTo>
                <a:cubicBezTo>
                  <a:pt x="10468306" y="4287735"/>
                  <a:pt x="10466963" y="4287121"/>
                  <a:pt x="10465464" y="4286749"/>
                </a:cubicBezTo>
                <a:cubicBezTo>
                  <a:pt x="10463966" y="4286377"/>
                  <a:pt x="10462104" y="4286191"/>
                  <a:pt x="10459877" y="4286191"/>
                </a:cubicBezTo>
                <a:lnTo>
                  <a:pt x="10450429" y="4286191"/>
                </a:lnTo>
                <a:cubicBezTo>
                  <a:pt x="10448433" y="4286191"/>
                  <a:pt x="10446590" y="4286823"/>
                  <a:pt x="10444900" y="4288088"/>
                </a:cubicBezTo>
                <a:cubicBezTo>
                  <a:pt x="10443210" y="4289353"/>
                  <a:pt x="10442365" y="4291474"/>
                  <a:pt x="10442365" y="4294451"/>
                </a:cubicBezTo>
                <a:lnTo>
                  <a:pt x="10442365" y="4427726"/>
                </a:lnTo>
                <a:cubicBezTo>
                  <a:pt x="10442365" y="4428247"/>
                  <a:pt x="10442522" y="4428749"/>
                  <a:pt x="10442835" y="4429233"/>
                </a:cubicBezTo>
                <a:cubicBezTo>
                  <a:pt x="10443149" y="4429717"/>
                  <a:pt x="10443660" y="4430089"/>
                  <a:pt x="10444367" y="4430349"/>
                </a:cubicBezTo>
                <a:cubicBezTo>
                  <a:pt x="10445074" y="4430610"/>
                  <a:pt x="10446035" y="4430833"/>
                  <a:pt x="10447253" y="4431019"/>
                </a:cubicBezTo>
                <a:cubicBezTo>
                  <a:pt x="10448469" y="4431205"/>
                  <a:pt x="10450020" y="4431298"/>
                  <a:pt x="10451905" y="4431298"/>
                </a:cubicBezTo>
                <a:cubicBezTo>
                  <a:pt x="10453789" y="4431298"/>
                  <a:pt x="10455341" y="4431205"/>
                  <a:pt x="10456558" y="4431019"/>
                </a:cubicBezTo>
                <a:cubicBezTo>
                  <a:pt x="10457775" y="4430833"/>
                  <a:pt x="10458757" y="4430610"/>
                  <a:pt x="10459503" y="4430349"/>
                </a:cubicBezTo>
                <a:cubicBezTo>
                  <a:pt x="10460248" y="4430089"/>
                  <a:pt x="10460779" y="4429717"/>
                  <a:pt x="10461093" y="4429233"/>
                </a:cubicBezTo>
                <a:cubicBezTo>
                  <a:pt x="10461406" y="4428749"/>
                  <a:pt x="10461563" y="4428247"/>
                  <a:pt x="10461563" y="4427726"/>
                </a:cubicBezTo>
                <a:lnTo>
                  <a:pt x="10461563" y="4340550"/>
                </a:lnTo>
                <a:cubicBezTo>
                  <a:pt x="10461563" y="4335043"/>
                  <a:pt x="10461526" y="4329500"/>
                  <a:pt x="10461452" y="4323918"/>
                </a:cubicBezTo>
                <a:cubicBezTo>
                  <a:pt x="10461377" y="4318337"/>
                  <a:pt x="10461266" y="4312868"/>
                  <a:pt x="10461117" y="4307510"/>
                </a:cubicBezTo>
                <a:lnTo>
                  <a:pt x="10461340" y="4307510"/>
                </a:lnTo>
                <a:cubicBezTo>
                  <a:pt x="10463356" y="4311901"/>
                  <a:pt x="10465534" y="4316421"/>
                  <a:pt x="10467875" y="4321072"/>
                </a:cubicBezTo>
                <a:cubicBezTo>
                  <a:pt x="10470214" y="4325723"/>
                  <a:pt x="10472536" y="4330169"/>
                  <a:pt x="10474839" y="4334411"/>
                </a:cubicBezTo>
                <a:lnTo>
                  <a:pt x="10518902" y="4416564"/>
                </a:lnTo>
                <a:cubicBezTo>
                  <a:pt x="10520413" y="4419466"/>
                  <a:pt x="10521842" y="4421847"/>
                  <a:pt x="10523190" y="4423708"/>
                </a:cubicBezTo>
                <a:cubicBezTo>
                  <a:pt x="10524536" y="4425568"/>
                  <a:pt x="10525884" y="4427038"/>
                  <a:pt x="10527230" y="4428117"/>
                </a:cubicBezTo>
                <a:cubicBezTo>
                  <a:pt x="10528577" y="4429196"/>
                  <a:pt x="10530000" y="4429940"/>
                  <a:pt x="10531501" y="4430349"/>
                </a:cubicBezTo>
                <a:cubicBezTo>
                  <a:pt x="10533002" y="4430758"/>
                  <a:pt x="10534753" y="4430963"/>
                  <a:pt x="10536754" y="4430963"/>
                </a:cubicBezTo>
                <a:lnTo>
                  <a:pt x="10543103" y="4430963"/>
                </a:lnTo>
                <a:cubicBezTo>
                  <a:pt x="10544104" y="4430963"/>
                  <a:pt x="10545104" y="4430814"/>
                  <a:pt x="10546105" y="4430517"/>
                </a:cubicBezTo>
                <a:cubicBezTo>
                  <a:pt x="10547106" y="4430219"/>
                  <a:pt x="10548010" y="4429735"/>
                  <a:pt x="10548819" y="4429066"/>
                </a:cubicBezTo>
                <a:cubicBezTo>
                  <a:pt x="10549625" y="4428396"/>
                  <a:pt x="10550280" y="4427540"/>
                  <a:pt x="10550780" y="4426498"/>
                </a:cubicBezTo>
                <a:cubicBezTo>
                  <a:pt x="10551280" y="4425456"/>
                  <a:pt x="10551530" y="4424191"/>
                  <a:pt x="10551530" y="4422703"/>
                </a:cubicBezTo>
                <a:lnTo>
                  <a:pt x="10551530" y="4289428"/>
                </a:lnTo>
                <a:cubicBezTo>
                  <a:pt x="10551530" y="4288907"/>
                  <a:pt x="10551373" y="4288423"/>
                  <a:pt x="10551059" y="4287976"/>
                </a:cubicBezTo>
                <a:cubicBezTo>
                  <a:pt x="10550745" y="4287530"/>
                  <a:pt x="10550235" y="4287139"/>
                  <a:pt x="10549528" y="4286804"/>
                </a:cubicBezTo>
                <a:cubicBezTo>
                  <a:pt x="10548821" y="4286470"/>
                  <a:pt x="10547839" y="4286228"/>
                  <a:pt x="10546583" y="4286079"/>
                </a:cubicBezTo>
                <a:cubicBezTo>
                  <a:pt x="10545327" y="4285930"/>
                  <a:pt x="10543835" y="4285856"/>
                  <a:pt x="10542107" y="4285856"/>
                </a:cubicBezTo>
                <a:close/>
                <a:moveTo>
                  <a:pt x="6836882" y="4285856"/>
                </a:moveTo>
                <a:cubicBezTo>
                  <a:pt x="6834919" y="4285856"/>
                  <a:pt x="6833329" y="4285930"/>
                  <a:pt x="6832112" y="4286079"/>
                </a:cubicBezTo>
                <a:cubicBezTo>
                  <a:pt x="6830895" y="4286228"/>
                  <a:pt x="6829913" y="4286470"/>
                  <a:pt x="6829167" y="4286804"/>
                </a:cubicBezTo>
                <a:cubicBezTo>
                  <a:pt x="6828421" y="4287139"/>
                  <a:pt x="6827891" y="4287530"/>
                  <a:pt x="6827577" y="4287976"/>
                </a:cubicBezTo>
                <a:cubicBezTo>
                  <a:pt x="6827263" y="4288423"/>
                  <a:pt x="6827106" y="4288907"/>
                  <a:pt x="6827106" y="4289428"/>
                </a:cubicBezTo>
                <a:lnTo>
                  <a:pt x="6827106" y="4367786"/>
                </a:lnTo>
                <a:cubicBezTo>
                  <a:pt x="6827106" y="4373664"/>
                  <a:pt x="6827125" y="4379785"/>
                  <a:pt x="6827162" y="4386147"/>
                </a:cubicBezTo>
                <a:cubicBezTo>
                  <a:pt x="6827199" y="4392510"/>
                  <a:pt x="6827292" y="4398630"/>
                  <a:pt x="6827441" y="4404509"/>
                </a:cubicBezTo>
                <a:lnTo>
                  <a:pt x="6827330" y="4404509"/>
                </a:lnTo>
                <a:cubicBezTo>
                  <a:pt x="6825603" y="4401011"/>
                  <a:pt x="6823859" y="4397533"/>
                  <a:pt x="6822097" y="4394072"/>
                </a:cubicBezTo>
                <a:cubicBezTo>
                  <a:pt x="6820336" y="4390612"/>
                  <a:pt x="6818556" y="4387096"/>
                  <a:pt x="6816758" y="4383524"/>
                </a:cubicBezTo>
                <a:cubicBezTo>
                  <a:pt x="6814960" y="4379952"/>
                  <a:pt x="6813090" y="4376325"/>
                  <a:pt x="6811148" y="4372641"/>
                </a:cubicBezTo>
                <a:cubicBezTo>
                  <a:pt x="6809206" y="4368958"/>
                  <a:pt x="6807193" y="4365181"/>
                  <a:pt x="6805107" y="4361312"/>
                </a:cubicBezTo>
                <a:lnTo>
                  <a:pt x="6771233" y="4297911"/>
                </a:lnTo>
                <a:cubicBezTo>
                  <a:pt x="6770010" y="4295604"/>
                  <a:pt x="6768841" y="4293688"/>
                  <a:pt x="6767728" y="4292162"/>
                </a:cubicBezTo>
                <a:cubicBezTo>
                  <a:pt x="6766614" y="4290637"/>
                  <a:pt x="6765462" y="4289446"/>
                  <a:pt x="6764272" y="4288590"/>
                </a:cubicBezTo>
                <a:cubicBezTo>
                  <a:pt x="6763081" y="4287735"/>
                  <a:pt x="6761738" y="4287121"/>
                  <a:pt x="6760240" y="4286749"/>
                </a:cubicBezTo>
                <a:cubicBezTo>
                  <a:pt x="6758741" y="4286377"/>
                  <a:pt x="6756879" y="4286191"/>
                  <a:pt x="6754652" y="4286191"/>
                </a:cubicBezTo>
                <a:lnTo>
                  <a:pt x="6745204" y="4286191"/>
                </a:lnTo>
                <a:cubicBezTo>
                  <a:pt x="6743208" y="4286191"/>
                  <a:pt x="6741365" y="4286823"/>
                  <a:pt x="6739675" y="4288088"/>
                </a:cubicBezTo>
                <a:cubicBezTo>
                  <a:pt x="6737985" y="4289353"/>
                  <a:pt x="6737140" y="4291474"/>
                  <a:pt x="6737140" y="4294451"/>
                </a:cubicBezTo>
                <a:lnTo>
                  <a:pt x="6737140" y="4427726"/>
                </a:lnTo>
                <a:cubicBezTo>
                  <a:pt x="6737140" y="4428247"/>
                  <a:pt x="6737297" y="4428749"/>
                  <a:pt x="6737611" y="4429233"/>
                </a:cubicBezTo>
                <a:cubicBezTo>
                  <a:pt x="6737925" y="4429717"/>
                  <a:pt x="6738435" y="4430089"/>
                  <a:pt x="6739142" y="4430349"/>
                </a:cubicBezTo>
                <a:cubicBezTo>
                  <a:pt x="6739849" y="4430610"/>
                  <a:pt x="6740811" y="4430833"/>
                  <a:pt x="6742028" y="4431019"/>
                </a:cubicBezTo>
                <a:cubicBezTo>
                  <a:pt x="6743244" y="4431205"/>
                  <a:pt x="6744795" y="4431298"/>
                  <a:pt x="6746680" y="4431298"/>
                </a:cubicBezTo>
                <a:cubicBezTo>
                  <a:pt x="6748565" y="4431298"/>
                  <a:pt x="6750116" y="4431205"/>
                  <a:pt x="6751333" y="4431019"/>
                </a:cubicBezTo>
                <a:cubicBezTo>
                  <a:pt x="6752551" y="4430833"/>
                  <a:pt x="6753532" y="4430610"/>
                  <a:pt x="6754278" y="4430349"/>
                </a:cubicBezTo>
                <a:cubicBezTo>
                  <a:pt x="6755024" y="4430089"/>
                  <a:pt x="6755554" y="4429717"/>
                  <a:pt x="6755868" y="4429233"/>
                </a:cubicBezTo>
                <a:cubicBezTo>
                  <a:pt x="6756182" y="4428749"/>
                  <a:pt x="6756339" y="4428247"/>
                  <a:pt x="6756339" y="4427726"/>
                </a:cubicBezTo>
                <a:lnTo>
                  <a:pt x="6756339" y="4340550"/>
                </a:lnTo>
                <a:cubicBezTo>
                  <a:pt x="6756339" y="4335043"/>
                  <a:pt x="6756301" y="4329500"/>
                  <a:pt x="6756227" y="4323918"/>
                </a:cubicBezTo>
                <a:cubicBezTo>
                  <a:pt x="6756153" y="4318337"/>
                  <a:pt x="6756041" y="4312868"/>
                  <a:pt x="6755892" y="4307510"/>
                </a:cubicBezTo>
                <a:lnTo>
                  <a:pt x="6756115" y="4307510"/>
                </a:lnTo>
                <a:cubicBezTo>
                  <a:pt x="6758132" y="4311901"/>
                  <a:pt x="6760310" y="4316421"/>
                  <a:pt x="6762650" y="4321072"/>
                </a:cubicBezTo>
                <a:cubicBezTo>
                  <a:pt x="6764989" y="4325723"/>
                  <a:pt x="6767311" y="4330169"/>
                  <a:pt x="6769615" y="4334411"/>
                </a:cubicBezTo>
                <a:lnTo>
                  <a:pt x="6813677" y="4416564"/>
                </a:lnTo>
                <a:cubicBezTo>
                  <a:pt x="6815189" y="4419466"/>
                  <a:pt x="6816618" y="4421847"/>
                  <a:pt x="6817965" y="4423708"/>
                </a:cubicBezTo>
                <a:cubicBezTo>
                  <a:pt x="6819312" y="4425568"/>
                  <a:pt x="6820659" y="4427038"/>
                  <a:pt x="6822005" y="4428117"/>
                </a:cubicBezTo>
                <a:cubicBezTo>
                  <a:pt x="6823351" y="4429196"/>
                  <a:pt x="6824775" y="4429940"/>
                  <a:pt x="6826276" y="4430349"/>
                </a:cubicBezTo>
                <a:cubicBezTo>
                  <a:pt x="6827777" y="4430758"/>
                  <a:pt x="6829528" y="4430963"/>
                  <a:pt x="6831529" y="4430963"/>
                </a:cubicBezTo>
                <a:lnTo>
                  <a:pt x="6837878" y="4430963"/>
                </a:lnTo>
                <a:cubicBezTo>
                  <a:pt x="6838879" y="4430963"/>
                  <a:pt x="6839880" y="4430814"/>
                  <a:pt x="6840881" y="4430517"/>
                </a:cubicBezTo>
                <a:cubicBezTo>
                  <a:pt x="6841881" y="4430219"/>
                  <a:pt x="6842785" y="4429735"/>
                  <a:pt x="6843593" y="4429066"/>
                </a:cubicBezTo>
                <a:cubicBezTo>
                  <a:pt x="6844401" y="4428396"/>
                  <a:pt x="6845055" y="4427540"/>
                  <a:pt x="6845555" y="4426498"/>
                </a:cubicBezTo>
                <a:cubicBezTo>
                  <a:pt x="6846055" y="4425456"/>
                  <a:pt x="6846305" y="4424191"/>
                  <a:pt x="6846305" y="4422703"/>
                </a:cubicBezTo>
                <a:lnTo>
                  <a:pt x="6846305" y="4289428"/>
                </a:lnTo>
                <a:cubicBezTo>
                  <a:pt x="6846305" y="4288907"/>
                  <a:pt x="6846148" y="4288423"/>
                  <a:pt x="6845834" y="4287976"/>
                </a:cubicBezTo>
                <a:cubicBezTo>
                  <a:pt x="6845520" y="4287530"/>
                  <a:pt x="6845010" y="4287139"/>
                  <a:pt x="6844303" y="4286804"/>
                </a:cubicBezTo>
                <a:cubicBezTo>
                  <a:pt x="6843596" y="4286470"/>
                  <a:pt x="6842615" y="4286228"/>
                  <a:pt x="6841358" y="4286079"/>
                </a:cubicBezTo>
                <a:cubicBezTo>
                  <a:pt x="6840102" y="4285930"/>
                  <a:pt x="6838610" y="4285856"/>
                  <a:pt x="6836882" y="4285856"/>
                </a:cubicBezTo>
                <a:close/>
                <a:moveTo>
                  <a:pt x="9737589" y="4285521"/>
                </a:moveTo>
                <a:cubicBezTo>
                  <a:pt x="9735878" y="4285521"/>
                  <a:pt x="9734408" y="4285614"/>
                  <a:pt x="9733180" y="4285800"/>
                </a:cubicBezTo>
                <a:cubicBezTo>
                  <a:pt x="9731952" y="4285986"/>
                  <a:pt x="9730948" y="4286209"/>
                  <a:pt x="9730166" y="4286470"/>
                </a:cubicBezTo>
                <a:cubicBezTo>
                  <a:pt x="9729385" y="4286730"/>
                  <a:pt x="9728827" y="4287084"/>
                  <a:pt x="9728492" y="4287530"/>
                </a:cubicBezTo>
                <a:cubicBezTo>
                  <a:pt x="9728157" y="4287976"/>
                  <a:pt x="9727990" y="4288497"/>
                  <a:pt x="9727990" y="4289093"/>
                </a:cubicBezTo>
                <a:lnTo>
                  <a:pt x="9727990" y="4427726"/>
                </a:lnTo>
                <a:cubicBezTo>
                  <a:pt x="9727990" y="4428321"/>
                  <a:pt x="9728138" y="4428842"/>
                  <a:pt x="9728436" y="4429289"/>
                </a:cubicBezTo>
                <a:cubicBezTo>
                  <a:pt x="9728734" y="4429735"/>
                  <a:pt x="9729254" y="4430089"/>
                  <a:pt x="9729999" y="4430349"/>
                </a:cubicBezTo>
                <a:cubicBezTo>
                  <a:pt x="9730743" y="4430610"/>
                  <a:pt x="9731748" y="4430833"/>
                  <a:pt x="9733012" y="4431019"/>
                </a:cubicBezTo>
                <a:cubicBezTo>
                  <a:pt x="9734278" y="4431205"/>
                  <a:pt x="9735803" y="4431298"/>
                  <a:pt x="9737589" y="4431298"/>
                </a:cubicBezTo>
                <a:cubicBezTo>
                  <a:pt x="9739450" y="4431298"/>
                  <a:pt x="9740994" y="4431205"/>
                  <a:pt x="9742222" y="4431019"/>
                </a:cubicBezTo>
                <a:cubicBezTo>
                  <a:pt x="9743449" y="4430833"/>
                  <a:pt x="9744435" y="4430610"/>
                  <a:pt x="9745179" y="4430349"/>
                </a:cubicBezTo>
                <a:cubicBezTo>
                  <a:pt x="9745924" y="4430089"/>
                  <a:pt x="9746444" y="4429735"/>
                  <a:pt x="9746742" y="4429289"/>
                </a:cubicBezTo>
                <a:cubicBezTo>
                  <a:pt x="9747040" y="4428842"/>
                  <a:pt x="9747188" y="4428321"/>
                  <a:pt x="9747188" y="4427726"/>
                </a:cubicBezTo>
                <a:lnTo>
                  <a:pt x="9747188" y="4289093"/>
                </a:lnTo>
                <a:cubicBezTo>
                  <a:pt x="9747188" y="4288497"/>
                  <a:pt x="9747040" y="4287976"/>
                  <a:pt x="9746742" y="4287530"/>
                </a:cubicBezTo>
                <a:cubicBezTo>
                  <a:pt x="9746444" y="4287084"/>
                  <a:pt x="9745924" y="4286730"/>
                  <a:pt x="9745179" y="4286470"/>
                </a:cubicBezTo>
                <a:cubicBezTo>
                  <a:pt x="9744435" y="4286209"/>
                  <a:pt x="9743449" y="4285986"/>
                  <a:pt x="9742222" y="4285800"/>
                </a:cubicBezTo>
                <a:cubicBezTo>
                  <a:pt x="9740994" y="4285614"/>
                  <a:pt x="9739450" y="4285521"/>
                  <a:pt x="9737589" y="4285521"/>
                </a:cubicBezTo>
                <a:close/>
                <a:moveTo>
                  <a:pt x="8232416" y="4285521"/>
                </a:moveTo>
                <a:cubicBezTo>
                  <a:pt x="8230481" y="4285521"/>
                  <a:pt x="8228919" y="4285614"/>
                  <a:pt x="8227728" y="4285800"/>
                </a:cubicBezTo>
                <a:cubicBezTo>
                  <a:pt x="8226537" y="4285986"/>
                  <a:pt x="8225570" y="4286209"/>
                  <a:pt x="8224826" y="4286470"/>
                </a:cubicBezTo>
                <a:cubicBezTo>
                  <a:pt x="8224082" y="4286730"/>
                  <a:pt x="8223561" y="4287084"/>
                  <a:pt x="8223263" y="4287530"/>
                </a:cubicBezTo>
                <a:cubicBezTo>
                  <a:pt x="8222965" y="4287976"/>
                  <a:pt x="8222817" y="4288497"/>
                  <a:pt x="8222817" y="4289093"/>
                </a:cubicBezTo>
                <a:lnTo>
                  <a:pt x="8222817" y="4378724"/>
                </a:lnTo>
                <a:cubicBezTo>
                  <a:pt x="8222817" y="4387580"/>
                  <a:pt x="8224082" y="4395393"/>
                  <a:pt x="8226612" y="4402165"/>
                </a:cubicBezTo>
                <a:cubicBezTo>
                  <a:pt x="8229142" y="4408937"/>
                  <a:pt x="8232751" y="4414573"/>
                  <a:pt x="8237439" y="4419075"/>
                </a:cubicBezTo>
                <a:cubicBezTo>
                  <a:pt x="8242127" y="4423578"/>
                  <a:pt x="8247745" y="4426982"/>
                  <a:pt x="8254294" y="4429289"/>
                </a:cubicBezTo>
                <a:cubicBezTo>
                  <a:pt x="8260842" y="4431596"/>
                  <a:pt x="8268098" y="4432749"/>
                  <a:pt x="8276060" y="4432749"/>
                </a:cubicBezTo>
                <a:cubicBezTo>
                  <a:pt x="8284766" y="4432749"/>
                  <a:pt x="8292543" y="4431521"/>
                  <a:pt x="8299389" y="4429066"/>
                </a:cubicBezTo>
                <a:cubicBezTo>
                  <a:pt x="8306235" y="4426610"/>
                  <a:pt x="8312039" y="4423001"/>
                  <a:pt x="8316802" y="4418238"/>
                </a:cubicBezTo>
                <a:cubicBezTo>
                  <a:pt x="8321564" y="4413476"/>
                  <a:pt x="8325229" y="4407653"/>
                  <a:pt x="8327796" y="4400770"/>
                </a:cubicBezTo>
                <a:cubicBezTo>
                  <a:pt x="8330364" y="4393886"/>
                  <a:pt x="8331647" y="4386054"/>
                  <a:pt x="8331647" y="4377273"/>
                </a:cubicBezTo>
                <a:lnTo>
                  <a:pt x="8331647" y="4289093"/>
                </a:lnTo>
                <a:cubicBezTo>
                  <a:pt x="8331647" y="4288497"/>
                  <a:pt x="8331480" y="4287976"/>
                  <a:pt x="8331145" y="4287530"/>
                </a:cubicBezTo>
                <a:cubicBezTo>
                  <a:pt x="8330810" y="4287084"/>
                  <a:pt x="8330289" y="4286730"/>
                  <a:pt x="8329582" y="4286470"/>
                </a:cubicBezTo>
                <a:cubicBezTo>
                  <a:pt x="8328875" y="4286209"/>
                  <a:pt x="8327908" y="4285986"/>
                  <a:pt x="8326680" y="4285800"/>
                </a:cubicBezTo>
                <a:cubicBezTo>
                  <a:pt x="8325452" y="4285614"/>
                  <a:pt x="8323945" y="4285521"/>
                  <a:pt x="8322159" y="4285521"/>
                </a:cubicBezTo>
                <a:cubicBezTo>
                  <a:pt x="8320299" y="4285521"/>
                  <a:pt x="8318755" y="4285614"/>
                  <a:pt x="8317527" y="4285800"/>
                </a:cubicBezTo>
                <a:cubicBezTo>
                  <a:pt x="8316299" y="4285986"/>
                  <a:pt x="8315313" y="4286209"/>
                  <a:pt x="8314569" y="4286470"/>
                </a:cubicBezTo>
                <a:cubicBezTo>
                  <a:pt x="8313825" y="4286730"/>
                  <a:pt x="8313304" y="4287084"/>
                  <a:pt x="8313006" y="4287530"/>
                </a:cubicBezTo>
                <a:cubicBezTo>
                  <a:pt x="8312709" y="4287976"/>
                  <a:pt x="8312560" y="4288497"/>
                  <a:pt x="8312560" y="4289093"/>
                </a:cubicBezTo>
                <a:lnTo>
                  <a:pt x="8312560" y="4377385"/>
                </a:lnTo>
                <a:cubicBezTo>
                  <a:pt x="8312560" y="4383859"/>
                  <a:pt x="8311760" y="4389514"/>
                  <a:pt x="8310160" y="4394351"/>
                </a:cubicBezTo>
                <a:cubicBezTo>
                  <a:pt x="8308560" y="4399188"/>
                  <a:pt x="8306253" y="4403244"/>
                  <a:pt x="8303240" y="4406518"/>
                </a:cubicBezTo>
                <a:cubicBezTo>
                  <a:pt x="8300226" y="4409792"/>
                  <a:pt x="8296542" y="4412248"/>
                  <a:pt x="8292189" y="4413885"/>
                </a:cubicBezTo>
                <a:cubicBezTo>
                  <a:pt x="8287836" y="4415522"/>
                  <a:pt x="8282869" y="4416341"/>
                  <a:pt x="8277288" y="4416341"/>
                </a:cubicBezTo>
                <a:cubicBezTo>
                  <a:pt x="8271855" y="4416341"/>
                  <a:pt x="8266963" y="4415504"/>
                  <a:pt x="8262610" y="4413829"/>
                </a:cubicBezTo>
                <a:cubicBezTo>
                  <a:pt x="8258256" y="4412155"/>
                  <a:pt x="8254536" y="4409662"/>
                  <a:pt x="8251447" y="4406351"/>
                </a:cubicBezTo>
                <a:cubicBezTo>
                  <a:pt x="8248359" y="4403039"/>
                  <a:pt x="8245997" y="4398891"/>
                  <a:pt x="8244359" y="4393905"/>
                </a:cubicBezTo>
                <a:cubicBezTo>
                  <a:pt x="8242722" y="4388919"/>
                  <a:pt x="8241904" y="4383078"/>
                  <a:pt x="8241904" y="4376380"/>
                </a:cubicBezTo>
                <a:lnTo>
                  <a:pt x="8241904" y="4289093"/>
                </a:lnTo>
                <a:cubicBezTo>
                  <a:pt x="8241904" y="4288497"/>
                  <a:pt x="8241755" y="4287976"/>
                  <a:pt x="8241457" y="4287530"/>
                </a:cubicBezTo>
                <a:cubicBezTo>
                  <a:pt x="8241160" y="4287084"/>
                  <a:pt x="8240657" y="4286730"/>
                  <a:pt x="8239950" y="4286470"/>
                </a:cubicBezTo>
                <a:cubicBezTo>
                  <a:pt x="8239244" y="4286209"/>
                  <a:pt x="8238258" y="4285986"/>
                  <a:pt x="8236992" y="4285800"/>
                </a:cubicBezTo>
                <a:cubicBezTo>
                  <a:pt x="8235727" y="4285614"/>
                  <a:pt x="8234202" y="4285521"/>
                  <a:pt x="8232416" y="4285521"/>
                </a:cubicBezTo>
                <a:close/>
                <a:moveTo>
                  <a:pt x="7140576" y="4285521"/>
                </a:moveTo>
                <a:cubicBezTo>
                  <a:pt x="7138120" y="4285521"/>
                  <a:pt x="7136167" y="4285595"/>
                  <a:pt x="7134716" y="4285744"/>
                </a:cubicBezTo>
                <a:cubicBezTo>
                  <a:pt x="7133265" y="4285893"/>
                  <a:pt x="7132260" y="4286228"/>
                  <a:pt x="7131702" y="4286749"/>
                </a:cubicBezTo>
                <a:cubicBezTo>
                  <a:pt x="7131144" y="4287270"/>
                  <a:pt x="7130958" y="4288014"/>
                  <a:pt x="7131144" y="4288981"/>
                </a:cubicBezTo>
                <a:cubicBezTo>
                  <a:pt x="7131330" y="4289948"/>
                  <a:pt x="7131832" y="4291288"/>
                  <a:pt x="7132651" y="4292999"/>
                </a:cubicBezTo>
                <a:lnTo>
                  <a:pt x="7173504" y="4374483"/>
                </a:lnTo>
                <a:lnTo>
                  <a:pt x="7173504" y="4427726"/>
                </a:lnTo>
                <a:cubicBezTo>
                  <a:pt x="7173504" y="4428321"/>
                  <a:pt x="7173652" y="4428842"/>
                  <a:pt x="7173948" y="4429289"/>
                </a:cubicBezTo>
                <a:cubicBezTo>
                  <a:pt x="7174244" y="4429735"/>
                  <a:pt x="7174780" y="4430089"/>
                  <a:pt x="7175557" y="4430349"/>
                </a:cubicBezTo>
                <a:cubicBezTo>
                  <a:pt x="7176333" y="4430610"/>
                  <a:pt x="7177332" y="4430833"/>
                  <a:pt x="7178553" y="4431019"/>
                </a:cubicBezTo>
                <a:cubicBezTo>
                  <a:pt x="7179774" y="4431205"/>
                  <a:pt x="7181309" y="4431298"/>
                  <a:pt x="7183159" y="4431298"/>
                </a:cubicBezTo>
                <a:cubicBezTo>
                  <a:pt x="7184935" y="4431298"/>
                  <a:pt x="7186451" y="4431205"/>
                  <a:pt x="7187709" y="4431019"/>
                </a:cubicBezTo>
                <a:cubicBezTo>
                  <a:pt x="7188966" y="4430833"/>
                  <a:pt x="7189965" y="4430610"/>
                  <a:pt x="7190705" y="4430349"/>
                </a:cubicBezTo>
                <a:cubicBezTo>
                  <a:pt x="7191445" y="4430089"/>
                  <a:pt x="7191963" y="4429735"/>
                  <a:pt x="7192259" y="4429289"/>
                </a:cubicBezTo>
                <a:cubicBezTo>
                  <a:pt x="7192555" y="4428842"/>
                  <a:pt x="7192703" y="4428321"/>
                  <a:pt x="7192703" y="4427726"/>
                </a:cubicBezTo>
                <a:lnTo>
                  <a:pt x="7192703" y="4374483"/>
                </a:lnTo>
                <a:lnTo>
                  <a:pt x="7233556" y="4292999"/>
                </a:lnTo>
                <a:cubicBezTo>
                  <a:pt x="7234375" y="4291362"/>
                  <a:pt x="7234877" y="4290060"/>
                  <a:pt x="7235063" y="4289093"/>
                </a:cubicBezTo>
                <a:cubicBezTo>
                  <a:pt x="7235249" y="4288125"/>
                  <a:pt x="7235044" y="4287381"/>
                  <a:pt x="7234449" y="4286860"/>
                </a:cubicBezTo>
                <a:cubicBezTo>
                  <a:pt x="7233854" y="4286339"/>
                  <a:pt x="7232793" y="4285986"/>
                  <a:pt x="7231268" y="4285800"/>
                </a:cubicBezTo>
                <a:cubicBezTo>
                  <a:pt x="7229742" y="4285614"/>
                  <a:pt x="7227640" y="4285521"/>
                  <a:pt x="7224961" y="4285521"/>
                </a:cubicBezTo>
                <a:cubicBezTo>
                  <a:pt x="7223026" y="4285521"/>
                  <a:pt x="7221427" y="4285595"/>
                  <a:pt x="7220162" y="4285744"/>
                </a:cubicBezTo>
                <a:cubicBezTo>
                  <a:pt x="7218896" y="4285893"/>
                  <a:pt x="7217910" y="4286098"/>
                  <a:pt x="7217204" y="4286358"/>
                </a:cubicBezTo>
                <a:cubicBezTo>
                  <a:pt x="7216497" y="4286618"/>
                  <a:pt x="7215939" y="4287009"/>
                  <a:pt x="7215529" y="4287530"/>
                </a:cubicBezTo>
                <a:cubicBezTo>
                  <a:pt x="7215120" y="4288051"/>
                  <a:pt x="7214804" y="4288683"/>
                  <a:pt x="7214580" y="4289428"/>
                </a:cubicBezTo>
                <a:lnTo>
                  <a:pt x="7194489" y="4331174"/>
                </a:lnTo>
                <a:cubicBezTo>
                  <a:pt x="7192632" y="4335267"/>
                  <a:pt x="7190797" y="4339415"/>
                  <a:pt x="7188984" y="4343620"/>
                </a:cubicBezTo>
                <a:cubicBezTo>
                  <a:pt x="7187172" y="4347824"/>
                  <a:pt x="7185415" y="4352047"/>
                  <a:pt x="7183714" y="4356289"/>
                </a:cubicBezTo>
                <a:lnTo>
                  <a:pt x="7183492" y="4356289"/>
                </a:lnTo>
                <a:cubicBezTo>
                  <a:pt x="7181568" y="4351898"/>
                  <a:pt x="7179681" y="4347545"/>
                  <a:pt x="7177832" y="4343229"/>
                </a:cubicBezTo>
                <a:cubicBezTo>
                  <a:pt x="7175983" y="4338913"/>
                  <a:pt x="7174131" y="4334783"/>
                  <a:pt x="7172276" y="4330839"/>
                </a:cubicBezTo>
                <a:lnTo>
                  <a:pt x="7152296" y="4289316"/>
                </a:lnTo>
                <a:cubicBezTo>
                  <a:pt x="7151924" y="4288572"/>
                  <a:pt x="7151533" y="4287958"/>
                  <a:pt x="7151124" y="4287474"/>
                </a:cubicBezTo>
                <a:cubicBezTo>
                  <a:pt x="7150715" y="4286991"/>
                  <a:pt x="7150101" y="4286618"/>
                  <a:pt x="7149282" y="4286358"/>
                </a:cubicBezTo>
                <a:cubicBezTo>
                  <a:pt x="7148464" y="4286098"/>
                  <a:pt x="7147366" y="4285893"/>
                  <a:pt x="7145989" y="4285744"/>
                </a:cubicBezTo>
                <a:cubicBezTo>
                  <a:pt x="7144613" y="4285595"/>
                  <a:pt x="7142808" y="4285521"/>
                  <a:pt x="7140576" y="4285521"/>
                </a:cubicBezTo>
                <a:close/>
                <a:moveTo>
                  <a:pt x="6393161" y="4285521"/>
                </a:moveTo>
                <a:cubicBezTo>
                  <a:pt x="6390929" y="4285521"/>
                  <a:pt x="6389087" y="4285577"/>
                  <a:pt x="6387636" y="4285688"/>
                </a:cubicBezTo>
                <a:cubicBezTo>
                  <a:pt x="6386185" y="4285800"/>
                  <a:pt x="6384994" y="4286005"/>
                  <a:pt x="6384064" y="4286302"/>
                </a:cubicBezTo>
                <a:cubicBezTo>
                  <a:pt x="6383134" y="4286600"/>
                  <a:pt x="6382427" y="4287009"/>
                  <a:pt x="6381943" y="4287530"/>
                </a:cubicBezTo>
                <a:cubicBezTo>
                  <a:pt x="6381460" y="4288051"/>
                  <a:pt x="6381069" y="4288721"/>
                  <a:pt x="6380771" y="4289539"/>
                </a:cubicBezTo>
                <a:lnTo>
                  <a:pt x="6332328" y="4423708"/>
                </a:lnTo>
                <a:cubicBezTo>
                  <a:pt x="6331732" y="4425345"/>
                  <a:pt x="6331416" y="4426666"/>
                  <a:pt x="6331379" y="4427670"/>
                </a:cubicBezTo>
                <a:cubicBezTo>
                  <a:pt x="6331342" y="4428675"/>
                  <a:pt x="6331602" y="4429438"/>
                  <a:pt x="6332160" y="4429959"/>
                </a:cubicBezTo>
                <a:cubicBezTo>
                  <a:pt x="6332718" y="4430479"/>
                  <a:pt x="6333686" y="4430833"/>
                  <a:pt x="6335062" y="4431019"/>
                </a:cubicBezTo>
                <a:cubicBezTo>
                  <a:pt x="6336439" y="4431205"/>
                  <a:pt x="6338206" y="4431298"/>
                  <a:pt x="6340364" y="4431298"/>
                </a:cubicBezTo>
                <a:cubicBezTo>
                  <a:pt x="6342448" y="4431298"/>
                  <a:pt x="6344141" y="4431224"/>
                  <a:pt x="6345443" y="4431075"/>
                </a:cubicBezTo>
                <a:cubicBezTo>
                  <a:pt x="6346745" y="4430926"/>
                  <a:pt x="6347750" y="4430684"/>
                  <a:pt x="6348457" y="4430349"/>
                </a:cubicBezTo>
                <a:cubicBezTo>
                  <a:pt x="6349164" y="4430014"/>
                  <a:pt x="6349703" y="4429605"/>
                  <a:pt x="6350075" y="4429121"/>
                </a:cubicBezTo>
                <a:cubicBezTo>
                  <a:pt x="6350447" y="4428638"/>
                  <a:pt x="6350745" y="4428061"/>
                  <a:pt x="6350968" y="4427391"/>
                </a:cubicBezTo>
                <a:lnTo>
                  <a:pt x="6362800" y="4392677"/>
                </a:lnTo>
                <a:lnTo>
                  <a:pt x="6422852" y="4392677"/>
                </a:lnTo>
                <a:lnTo>
                  <a:pt x="6435242" y="4427838"/>
                </a:lnTo>
                <a:cubicBezTo>
                  <a:pt x="6435540" y="4428507"/>
                  <a:pt x="6435856" y="4429066"/>
                  <a:pt x="6436191" y="4429512"/>
                </a:cubicBezTo>
                <a:cubicBezTo>
                  <a:pt x="6436526" y="4429959"/>
                  <a:pt x="6437047" y="4430312"/>
                  <a:pt x="6437754" y="4430572"/>
                </a:cubicBezTo>
                <a:cubicBezTo>
                  <a:pt x="6438461" y="4430833"/>
                  <a:pt x="6439502" y="4431019"/>
                  <a:pt x="6440879" y="4431131"/>
                </a:cubicBezTo>
                <a:cubicBezTo>
                  <a:pt x="6442256" y="4431242"/>
                  <a:pt x="6444098" y="4431298"/>
                  <a:pt x="6446404" y="4431298"/>
                </a:cubicBezTo>
                <a:cubicBezTo>
                  <a:pt x="6448711" y="4431298"/>
                  <a:pt x="6450553" y="4431224"/>
                  <a:pt x="6451930" y="4431075"/>
                </a:cubicBezTo>
                <a:cubicBezTo>
                  <a:pt x="6453306" y="4430926"/>
                  <a:pt x="6454292" y="4430591"/>
                  <a:pt x="6454888" y="4430070"/>
                </a:cubicBezTo>
                <a:cubicBezTo>
                  <a:pt x="6455483" y="4429549"/>
                  <a:pt x="6455762" y="4428786"/>
                  <a:pt x="6455725" y="4427782"/>
                </a:cubicBezTo>
                <a:cubicBezTo>
                  <a:pt x="6455688" y="4426777"/>
                  <a:pt x="6455371" y="4425456"/>
                  <a:pt x="6454776" y="4423819"/>
                </a:cubicBezTo>
                <a:lnTo>
                  <a:pt x="6406332" y="4289651"/>
                </a:lnTo>
                <a:cubicBezTo>
                  <a:pt x="6406035" y="4288832"/>
                  <a:pt x="6405625" y="4288144"/>
                  <a:pt x="6405105" y="4287586"/>
                </a:cubicBezTo>
                <a:cubicBezTo>
                  <a:pt x="6404584" y="4287028"/>
                  <a:pt x="6403840" y="4286600"/>
                  <a:pt x="6402872" y="4286302"/>
                </a:cubicBezTo>
                <a:cubicBezTo>
                  <a:pt x="6401905" y="4286005"/>
                  <a:pt x="6400640" y="4285800"/>
                  <a:pt x="6399077" y="4285688"/>
                </a:cubicBezTo>
                <a:cubicBezTo>
                  <a:pt x="6397514" y="4285577"/>
                  <a:pt x="6395542" y="4285521"/>
                  <a:pt x="6393161" y="4285521"/>
                </a:cubicBezTo>
                <a:close/>
                <a:moveTo>
                  <a:pt x="5293730" y="4285521"/>
                </a:moveTo>
                <a:cubicBezTo>
                  <a:pt x="5291201" y="4285521"/>
                  <a:pt x="5289191" y="4285595"/>
                  <a:pt x="5287703" y="4285744"/>
                </a:cubicBezTo>
                <a:cubicBezTo>
                  <a:pt x="5286215" y="4285893"/>
                  <a:pt x="5285136" y="4286228"/>
                  <a:pt x="5284466" y="4286749"/>
                </a:cubicBezTo>
                <a:cubicBezTo>
                  <a:pt x="5283796" y="4287270"/>
                  <a:pt x="5283480" y="4288032"/>
                  <a:pt x="5283517" y="4289037"/>
                </a:cubicBezTo>
                <a:cubicBezTo>
                  <a:pt x="5283555" y="4290041"/>
                  <a:pt x="5283871" y="4291362"/>
                  <a:pt x="5284466" y="4292999"/>
                </a:cubicBezTo>
                <a:lnTo>
                  <a:pt x="5331682" y="4427168"/>
                </a:lnTo>
                <a:cubicBezTo>
                  <a:pt x="5331905" y="4427763"/>
                  <a:pt x="5332147" y="4428266"/>
                  <a:pt x="5332407" y="4428675"/>
                </a:cubicBezTo>
                <a:cubicBezTo>
                  <a:pt x="5332668" y="4429084"/>
                  <a:pt x="5333021" y="4429438"/>
                  <a:pt x="5333468" y="4429735"/>
                </a:cubicBezTo>
                <a:cubicBezTo>
                  <a:pt x="5333914" y="4430033"/>
                  <a:pt x="5334454" y="4430275"/>
                  <a:pt x="5335086" y="4430461"/>
                </a:cubicBezTo>
                <a:cubicBezTo>
                  <a:pt x="5335719" y="4430647"/>
                  <a:pt x="5336482" y="4430814"/>
                  <a:pt x="5337374" y="4430963"/>
                </a:cubicBezTo>
                <a:cubicBezTo>
                  <a:pt x="5338267" y="4431112"/>
                  <a:pt x="5339329" y="4431205"/>
                  <a:pt x="5340556" y="4431242"/>
                </a:cubicBezTo>
                <a:cubicBezTo>
                  <a:pt x="5341784" y="4431279"/>
                  <a:pt x="5343216" y="4431298"/>
                  <a:pt x="5344853" y="4431298"/>
                </a:cubicBezTo>
                <a:cubicBezTo>
                  <a:pt x="5347011" y="4431298"/>
                  <a:pt x="5348815" y="4431242"/>
                  <a:pt x="5350267" y="4431131"/>
                </a:cubicBezTo>
                <a:cubicBezTo>
                  <a:pt x="5351718" y="4431019"/>
                  <a:pt x="5352908" y="4430814"/>
                  <a:pt x="5353838" y="4430517"/>
                </a:cubicBezTo>
                <a:cubicBezTo>
                  <a:pt x="5354769" y="4430219"/>
                  <a:pt x="5355494" y="4429810"/>
                  <a:pt x="5356015" y="4429289"/>
                </a:cubicBezTo>
                <a:cubicBezTo>
                  <a:pt x="5356536" y="4428768"/>
                  <a:pt x="5356945" y="4428098"/>
                  <a:pt x="5357243" y="4427280"/>
                </a:cubicBezTo>
                <a:lnTo>
                  <a:pt x="5404347" y="4293111"/>
                </a:lnTo>
                <a:cubicBezTo>
                  <a:pt x="5404942" y="4291474"/>
                  <a:pt x="5405296" y="4290153"/>
                  <a:pt x="5405408" y="4289149"/>
                </a:cubicBezTo>
                <a:cubicBezTo>
                  <a:pt x="5405519" y="4288144"/>
                  <a:pt x="5405333" y="4287381"/>
                  <a:pt x="5404849" y="4286860"/>
                </a:cubicBezTo>
                <a:cubicBezTo>
                  <a:pt x="5404366" y="4286339"/>
                  <a:pt x="5403455" y="4285986"/>
                  <a:pt x="5402115" y="4285800"/>
                </a:cubicBezTo>
                <a:cubicBezTo>
                  <a:pt x="5400775" y="4285614"/>
                  <a:pt x="5398952" y="4285521"/>
                  <a:pt x="5396646" y="4285521"/>
                </a:cubicBezTo>
                <a:cubicBezTo>
                  <a:pt x="5394413" y="4285521"/>
                  <a:pt x="5392627" y="4285577"/>
                  <a:pt x="5391287" y="4285688"/>
                </a:cubicBezTo>
                <a:cubicBezTo>
                  <a:pt x="5389948" y="4285800"/>
                  <a:pt x="5388907" y="4286005"/>
                  <a:pt x="5388162" y="4286302"/>
                </a:cubicBezTo>
                <a:cubicBezTo>
                  <a:pt x="5387418" y="4286600"/>
                  <a:pt x="5386897" y="4287009"/>
                  <a:pt x="5386599" y="4287530"/>
                </a:cubicBezTo>
                <a:cubicBezTo>
                  <a:pt x="5386302" y="4288051"/>
                  <a:pt x="5386042" y="4288721"/>
                  <a:pt x="5385818" y="4289539"/>
                </a:cubicBezTo>
                <a:lnTo>
                  <a:pt x="5345523" y="4410871"/>
                </a:lnTo>
                <a:lnTo>
                  <a:pt x="5345411" y="4410871"/>
                </a:lnTo>
                <a:lnTo>
                  <a:pt x="5304000" y="4289316"/>
                </a:lnTo>
                <a:cubicBezTo>
                  <a:pt x="5303702" y="4288572"/>
                  <a:pt x="5303386" y="4287958"/>
                  <a:pt x="5303051" y="4287474"/>
                </a:cubicBezTo>
                <a:cubicBezTo>
                  <a:pt x="5302716" y="4286991"/>
                  <a:pt x="5302215" y="4286600"/>
                  <a:pt x="5301544" y="4286302"/>
                </a:cubicBezTo>
                <a:cubicBezTo>
                  <a:pt x="5300874" y="4286005"/>
                  <a:pt x="5299925" y="4285800"/>
                  <a:pt x="5298698" y="4285688"/>
                </a:cubicBezTo>
                <a:cubicBezTo>
                  <a:pt x="5297470" y="4285577"/>
                  <a:pt x="5295814" y="4285521"/>
                  <a:pt x="5293730" y="4285521"/>
                </a:cubicBezTo>
                <a:close/>
                <a:moveTo>
                  <a:pt x="4964411" y="4285521"/>
                </a:moveTo>
                <a:cubicBezTo>
                  <a:pt x="4962179" y="4285521"/>
                  <a:pt x="4960337" y="4285577"/>
                  <a:pt x="4958886" y="4285688"/>
                </a:cubicBezTo>
                <a:cubicBezTo>
                  <a:pt x="4957435" y="4285800"/>
                  <a:pt x="4956244" y="4286005"/>
                  <a:pt x="4955314" y="4286302"/>
                </a:cubicBezTo>
                <a:cubicBezTo>
                  <a:pt x="4954384" y="4286600"/>
                  <a:pt x="4953677" y="4287009"/>
                  <a:pt x="4953193" y="4287530"/>
                </a:cubicBezTo>
                <a:cubicBezTo>
                  <a:pt x="4952710" y="4288051"/>
                  <a:pt x="4952319" y="4288721"/>
                  <a:pt x="4952021" y="4289539"/>
                </a:cubicBezTo>
                <a:lnTo>
                  <a:pt x="4903578" y="4423708"/>
                </a:lnTo>
                <a:cubicBezTo>
                  <a:pt x="4902983" y="4425345"/>
                  <a:pt x="4902666" y="4426666"/>
                  <a:pt x="4902629" y="4427670"/>
                </a:cubicBezTo>
                <a:cubicBezTo>
                  <a:pt x="4902592" y="4428675"/>
                  <a:pt x="4902852" y="4429438"/>
                  <a:pt x="4903410" y="4429959"/>
                </a:cubicBezTo>
                <a:cubicBezTo>
                  <a:pt x="4903968" y="4430479"/>
                  <a:pt x="4904936" y="4430833"/>
                  <a:pt x="4906313" y="4431019"/>
                </a:cubicBezTo>
                <a:cubicBezTo>
                  <a:pt x="4907689" y="4431205"/>
                  <a:pt x="4909457" y="4431298"/>
                  <a:pt x="4911614" y="4431298"/>
                </a:cubicBezTo>
                <a:cubicBezTo>
                  <a:pt x="4913698" y="4431298"/>
                  <a:pt x="4915391" y="4431224"/>
                  <a:pt x="4916693" y="4431075"/>
                </a:cubicBezTo>
                <a:cubicBezTo>
                  <a:pt x="4917996" y="4430926"/>
                  <a:pt x="4919000" y="4430684"/>
                  <a:pt x="4919708" y="4430349"/>
                </a:cubicBezTo>
                <a:cubicBezTo>
                  <a:pt x="4920414" y="4430014"/>
                  <a:pt x="4920953" y="4429605"/>
                  <a:pt x="4921326" y="4429121"/>
                </a:cubicBezTo>
                <a:cubicBezTo>
                  <a:pt x="4921697" y="4428638"/>
                  <a:pt x="4921995" y="4428061"/>
                  <a:pt x="4922218" y="4427391"/>
                </a:cubicBezTo>
                <a:lnTo>
                  <a:pt x="4934050" y="4392677"/>
                </a:lnTo>
                <a:lnTo>
                  <a:pt x="4994102" y="4392677"/>
                </a:lnTo>
                <a:lnTo>
                  <a:pt x="5006492" y="4427838"/>
                </a:lnTo>
                <a:cubicBezTo>
                  <a:pt x="5006790" y="4428507"/>
                  <a:pt x="5007106" y="4429066"/>
                  <a:pt x="5007441" y="4429512"/>
                </a:cubicBezTo>
                <a:cubicBezTo>
                  <a:pt x="5007776" y="4429959"/>
                  <a:pt x="5008297" y="4430312"/>
                  <a:pt x="5009004" y="4430572"/>
                </a:cubicBezTo>
                <a:cubicBezTo>
                  <a:pt x="5009711" y="4430833"/>
                  <a:pt x="5010753" y="4431019"/>
                  <a:pt x="5012129" y="4431131"/>
                </a:cubicBezTo>
                <a:cubicBezTo>
                  <a:pt x="5013506" y="4431242"/>
                  <a:pt x="5015347" y="4431298"/>
                  <a:pt x="5017655" y="4431298"/>
                </a:cubicBezTo>
                <a:cubicBezTo>
                  <a:pt x="5019961" y="4431298"/>
                  <a:pt x="5021803" y="4431224"/>
                  <a:pt x="5023180" y="4431075"/>
                </a:cubicBezTo>
                <a:cubicBezTo>
                  <a:pt x="5024556" y="4430926"/>
                  <a:pt x="5025542" y="4430591"/>
                  <a:pt x="5026137" y="4430070"/>
                </a:cubicBezTo>
                <a:cubicBezTo>
                  <a:pt x="5026734" y="4429549"/>
                  <a:pt x="5027012" y="4428786"/>
                  <a:pt x="5026975" y="4427782"/>
                </a:cubicBezTo>
                <a:cubicBezTo>
                  <a:pt x="5026938" y="4426777"/>
                  <a:pt x="5026621" y="4425456"/>
                  <a:pt x="5026026" y="4423819"/>
                </a:cubicBezTo>
                <a:lnTo>
                  <a:pt x="4977582" y="4289651"/>
                </a:lnTo>
                <a:cubicBezTo>
                  <a:pt x="4977285" y="4288832"/>
                  <a:pt x="4976875" y="4288144"/>
                  <a:pt x="4976354" y="4287586"/>
                </a:cubicBezTo>
                <a:cubicBezTo>
                  <a:pt x="4975834" y="4287028"/>
                  <a:pt x="4975089" y="4286600"/>
                  <a:pt x="4974122" y="4286302"/>
                </a:cubicBezTo>
                <a:cubicBezTo>
                  <a:pt x="4973155" y="4286005"/>
                  <a:pt x="4971890" y="4285800"/>
                  <a:pt x="4970327" y="4285688"/>
                </a:cubicBezTo>
                <a:cubicBezTo>
                  <a:pt x="4968765" y="4285577"/>
                  <a:pt x="4966792" y="4285521"/>
                  <a:pt x="4964411" y="4285521"/>
                </a:cubicBezTo>
                <a:close/>
                <a:moveTo>
                  <a:pt x="4527414" y="4285521"/>
                </a:moveTo>
                <a:cubicBezTo>
                  <a:pt x="4525629" y="4285521"/>
                  <a:pt x="4524103" y="4285614"/>
                  <a:pt x="4522838" y="4285800"/>
                </a:cubicBezTo>
                <a:cubicBezTo>
                  <a:pt x="4521573" y="4285986"/>
                  <a:pt x="4520569" y="4286209"/>
                  <a:pt x="4519824" y="4286470"/>
                </a:cubicBezTo>
                <a:cubicBezTo>
                  <a:pt x="4519080" y="4286730"/>
                  <a:pt x="4518559" y="4287084"/>
                  <a:pt x="4518261" y="4287530"/>
                </a:cubicBezTo>
                <a:cubicBezTo>
                  <a:pt x="4517964" y="4287976"/>
                  <a:pt x="4517815" y="4288497"/>
                  <a:pt x="4517815" y="4289093"/>
                </a:cubicBezTo>
                <a:lnTo>
                  <a:pt x="4517815" y="4427726"/>
                </a:lnTo>
                <a:cubicBezTo>
                  <a:pt x="4517815" y="4428321"/>
                  <a:pt x="4517964" y="4428842"/>
                  <a:pt x="4518261" y="4429289"/>
                </a:cubicBezTo>
                <a:cubicBezTo>
                  <a:pt x="4518559" y="4429735"/>
                  <a:pt x="4519080" y="4430089"/>
                  <a:pt x="4519824" y="4430349"/>
                </a:cubicBezTo>
                <a:cubicBezTo>
                  <a:pt x="4520569" y="4430610"/>
                  <a:pt x="4521573" y="4430833"/>
                  <a:pt x="4522838" y="4431019"/>
                </a:cubicBezTo>
                <a:cubicBezTo>
                  <a:pt x="4524103" y="4431205"/>
                  <a:pt x="4525629" y="4431298"/>
                  <a:pt x="4527414" y="4431298"/>
                </a:cubicBezTo>
                <a:cubicBezTo>
                  <a:pt x="4529276" y="4431298"/>
                  <a:pt x="4530819" y="4431205"/>
                  <a:pt x="4532047" y="4431019"/>
                </a:cubicBezTo>
                <a:cubicBezTo>
                  <a:pt x="4533275" y="4430833"/>
                  <a:pt x="4534261" y="4430610"/>
                  <a:pt x="4535005" y="4430349"/>
                </a:cubicBezTo>
                <a:cubicBezTo>
                  <a:pt x="4535749" y="4430089"/>
                  <a:pt x="4536270" y="4429735"/>
                  <a:pt x="4536567" y="4429289"/>
                </a:cubicBezTo>
                <a:cubicBezTo>
                  <a:pt x="4536866" y="4428842"/>
                  <a:pt x="4537014" y="4428321"/>
                  <a:pt x="4537014" y="4427726"/>
                </a:cubicBezTo>
                <a:lnTo>
                  <a:pt x="4537014" y="4363656"/>
                </a:lnTo>
                <a:lnTo>
                  <a:pt x="4602759" y="4363656"/>
                </a:lnTo>
                <a:lnTo>
                  <a:pt x="4602759" y="4427726"/>
                </a:lnTo>
                <a:cubicBezTo>
                  <a:pt x="4602759" y="4428321"/>
                  <a:pt x="4602907" y="4428842"/>
                  <a:pt x="4603205" y="4429289"/>
                </a:cubicBezTo>
                <a:cubicBezTo>
                  <a:pt x="4603503" y="4429735"/>
                  <a:pt x="4604024" y="4430089"/>
                  <a:pt x="4604768" y="4430349"/>
                </a:cubicBezTo>
                <a:cubicBezTo>
                  <a:pt x="4605512" y="4430610"/>
                  <a:pt x="4606479" y="4430833"/>
                  <a:pt x="4607670" y="4431019"/>
                </a:cubicBezTo>
                <a:cubicBezTo>
                  <a:pt x="4608861" y="4431205"/>
                  <a:pt x="4610424" y="4431298"/>
                  <a:pt x="4612358" y="4431298"/>
                </a:cubicBezTo>
                <a:cubicBezTo>
                  <a:pt x="4614144" y="4431298"/>
                  <a:pt x="4615651" y="4431205"/>
                  <a:pt x="4616879" y="4431019"/>
                </a:cubicBezTo>
                <a:cubicBezTo>
                  <a:pt x="4618107" y="4430833"/>
                  <a:pt x="4619093" y="4430610"/>
                  <a:pt x="4619837" y="4430349"/>
                </a:cubicBezTo>
                <a:cubicBezTo>
                  <a:pt x="4620582" y="4430089"/>
                  <a:pt x="4621102" y="4429735"/>
                  <a:pt x="4621399" y="4429289"/>
                </a:cubicBezTo>
                <a:cubicBezTo>
                  <a:pt x="4621697" y="4428842"/>
                  <a:pt x="4621847" y="4428321"/>
                  <a:pt x="4621847" y="4427726"/>
                </a:cubicBezTo>
                <a:lnTo>
                  <a:pt x="4621847" y="4289093"/>
                </a:lnTo>
                <a:cubicBezTo>
                  <a:pt x="4621847" y="4288497"/>
                  <a:pt x="4621697" y="4287976"/>
                  <a:pt x="4621399" y="4287530"/>
                </a:cubicBezTo>
                <a:cubicBezTo>
                  <a:pt x="4621102" y="4287084"/>
                  <a:pt x="4620582" y="4286730"/>
                  <a:pt x="4619837" y="4286470"/>
                </a:cubicBezTo>
                <a:cubicBezTo>
                  <a:pt x="4619093" y="4286209"/>
                  <a:pt x="4618107" y="4285986"/>
                  <a:pt x="4616879" y="4285800"/>
                </a:cubicBezTo>
                <a:cubicBezTo>
                  <a:pt x="4615651" y="4285614"/>
                  <a:pt x="4614144" y="4285521"/>
                  <a:pt x="4612358" y="4285521"/>
                </a:cubicBezTo>
                <a:cubicBezTo>
                  <a:pt x="4610424" y="4285521"/>
                  <a:pt x="4608861" y="4285614"/>
                  <a:pt x="4607670" y="4285800"/>
                </a:cubicBezTo>
                <a:cubicBezTo>
                  <a:pt x="4606479" y="4285986"/>
                  <a:pt x="4605512" y="4286209"/>
                  <a:pt x="4604768" y="4286470"/>
                </a:cubicBezTo>
                <a:cubicBezTo>
                  <a:pt x="4604024" y="4286730"/>
                  <a:pt x="4603503" y="4287084"/>
                  <a:pt x="4603205" y="4287530"/>
                </a:cubicBezTo>
                <a:cubicBezTo>
                  <a:pt x="4602907" y="4287976"/>
                  <a:pt x="4602759" y="4288497"/>
                  <a:pt x="4602759" y="4289093"/>
                </a:cubicBezTo>
                <a:lnTo>
                  <a:pt x="4602759" y="4346912"/>
                </a:lnTo>
                <a:lnTo>
                  <a:pt x="4537014" y="4346912"/>
                </a:lnTo>
                <a:lnTo>
                  <a:pt x="4537014" y="4289093"/>
                </a:lnTo>
                <a:cubicBezTo>
                  <a:pt x="4537014" y="4288497"/>
                  <a:pt x="4536866" y="4287976"/>
                  <a:pt x="4536567" y="4287530"/>
                </a:cubicBezTo>
                <a:cubicBezTo>
                  <a:pt x="4536270" y="4287084"/>
                  <a:pt x="4535749" y="4286730"/>
                  <a:pt x="4535005" y="4286470"/>
                </a:cubicBezTo>
                <a:cubicBezTo>
                  <a:pt x="4534261" y="4286209"/>
                  <a:pt x="4533275" y="4285986"/>
                  <a:pt x="4532047" y="4285800"/>
                </a:cubicBezTo>
                <a:cubicBezTo>
                  <a:pt x="4530819" y="4285614"/>
                  <a:pt x="4529276" y="4285521"/>
                  <a:pt x="4527414" y="4285521"/>
                </a:cubicBezTo>
                <a:close/>
                <a:moveTo>
                  <a:pt x="3831867" y="4285521"/>
                </a:moveTo>
                <a:cubicBezTo>
                  <a:pt x="3829932" y="4285521"/>
                  <a:pt x="3828369" y="4285614"/>
                  <a:pt x="3827178" y="4285800"/>
                </a:cubicBezTo>
                <a:cubicBezTo>
                  <a:pt x="3825988" y="4285986"/>
                  <a:pt x="3825020" y="4286209"/>
                  <a:pt x="3824276" y="4286470"/>
                </a:cubicBezTo>
                <a:cubicBezTo>
                  <a:pt x="3823532" y="4286730"/>
                  <a:pt x="3823011" y="4287084"/>
                  <a:pt x="3822713" y="4287530"/>
                </a:cubicBezTo>
                <a:cubicBezTo>
                  <a:pt x="3822416" y="4287976"/>
                  <a:pt x="3822267" y="4288497"/>
                  <a:pt x="3822267" y="4289093"/>
                </a:cubicBezTo>
                <a:lnTo>
                  <a:pt x="3822267" y="4378724"/>
                </a:lnTo>
                <a:cubicBezTo>
                  <a:pt x="3822267" y="4387580"/>
                  <a:pt x="3823532" y="4395393"/>
                  <a:pt x="3826062" y="4402165"/>
                </a:cubicBezTo>
                <a:cubicBezTo>
                  <a:pt x="3828592" y="4408937"/>
                  <a:pt x="3832201" y="4414573"/>
                  <a:pt x="3836889" y="4419075"/>
                </a:cubicBezTo>
                <a:cubicBezTo>
                  <a:pt x="3841578" y="4423578"/>
                  <a:pt x="3847196" y="4426982"/>
                  <a:pt x="3853744" y="4429289"/>
                </a:cubicBezTo>
                <a:cubicBezTo>
                  <a:pt x="3860293" y="4431596"/>
                  <a:pt x="3867548" y="4432749"/>
                  <a:pt x="3875510" y="4432749"/>
                </a:cubicBezTo>
                <a:cubicBezTo>
                  <a:pt x="3884217" y="4432749"/>
                  <a:pt x="3891993" y="4431521"/>
                  <a:pt x="3898839" y="4429066"/>
                </a:cubicBezTo>
                <a:cubicBezTo>
                  <a:pt x="3905685" y="4426610"/>
                  <a:pt x="3911490" y="4423001"/>
                  <a:pt x="3916252" y="4418238"/>
                </a:cubicBezTo>
                <a:cubicBezTo>
                  <a:pt x="3921015" y="4413476"/>
                  <a:pt x="3924679" y="4407653"/>
                  <a:pt x="3927247" y="4400770"/>
                </a:cubicBezTo>
                <a:cubicBezTo>
                  <a:pt x="3929814" y="4393886"/>
                  <a:pt x="3931098" y="4386054"/>
                  <a:pt x="3931098" y="4377273"/>
                </a:cubicBezTo>
                <a:lnTo>
                  <a:pt x="3931098" y="4289093"/>
                </a:lnTo>
                <a:cubicBezTo>
                  <a:pt x="3931098" y="4288497"/>
                  <a:pt x="3930930" y="4287976"/>
                  <a:pt x="3930595" y="4287530"/>
                </a:cubicBezTo>
                <a:cubicBezTo>
                  <a:pt x="3930261" y="4287084"/>
                  <a:pt x="3929739" y="4286730"/>
                  <a:pt x="3929033" y="4286470"/>
                </a:cubicBezTo>
                <a:cubicBezTo>
                  <a:pt x="3928326" y="4286209"/>
                  <a:pt x="3927358" y="4285986"/>
                  <a:pt x="3926131" y="4285800"/>
                </a:cubicBezTo>
                <a:cubicBezTo>
                  <a:pt x="3924903" y="4285614"/>
                  <a:pt x="3923396" y="4285521"/>
                  <a:pt x="3921610" y="4285521"/>
                </a:cubicBezTo>
                <a:cubicBezTo>
                  <a:pt x="3919750" y="4285521"/>
                  <a:pt x="3918205" y="4285614"/>
                  <a:pt x="3916978" y="4285800"/>
                </a:cubicBezTo>
                <a:cubicBezTo>
                  <a:pt x="3915750" y="4285986"/>
                  <a:pt x="3914764" y="4286209"/>
                  <a:pt x="3914019" y="4286470"/>
                </a:cubicBezTo>
                <a:cubicBezTo>
                  <a:pt x="3913276" y="4286730"/>
                  <a:pt x="3912755" y="4287084"/>
                  <a:pt x="3912457" y="4287530"/>
                </a:cubicBezTo>
                <a:cubicBezTo>
                  <a:pt x="3912159" y="4287976"/>
                  <a:pt x="3912010" y="4288497"/>
                  <a:pt x="3912010" y="4289093"/>
                </a:cubicBezTo>
                <a:lnTo>
                  <a:pt x="3912010" y="4377385"/>
                </a:lnTo>
                <a:cubicBezTo>
                  <a:pt x="3912010" y="4383859"/>
                  <a:pt x="3911211" y="4389514"/>
                  <a:pt x="3909611" y="4394351"/>
                </a:cubicBezTo>
                <a:cubicBezTo>
                  <a:pt x="3908011" y="4399188"/>
                  <a:pt x="3905704" y="4403244"/>
                  <a:pt x="3902690" y="4406518"/>
                </a:cubicBezTo>
                <a:cubicBezTo>
                  <a:pt x="3899676" y="4409792"/>
                  <a:pt x="3895993" y="4412248"/>
                  <a:pt x="3891640" y="4413885"/>
                </a:cubicBezTo>
                <a:cubicBezTo>
                  <a:pt x="3887286" y="4415522"/>
                  <a:pt x="3882319" y="4416341"/>
                  <a:pt x="3876738" y="4416341"/>
                </a:cubicBezTo>
                <a:cubicBezTo>
                  <a:pt x="3871306" y="4416341"/>
                  <a:pt x="3866413" y="4415504"/>
                  <a:pt x="3862060" y="4413829"/>
                </a:cubicBezTo>
                <a:cubicBezTo>
                  <a:pt x="3857707" y="4412155"/>
                  <a:pt x="3853986" y="4409662"/>
                  <a:pt x="3850898" y="4406351"/>
                </a:cubicBezTo>
                <a:cubicBezTo>
                  <a:pt x="3847810" y="4403039"/>
                  <a:pt x="3845447" y="4398891"/>
                  <a:pt x="3843810" y="4393905"/>
                </a:cubicBezTo>
                <a:cubicBezTo>
                  <a:pt x="3842173" y="4388919"/>
                  <a:pt x="3841354" y="4383078"/>
                  <a:pt x="3841354" y="4376380"/>
                </a:cubicBezTo>
                <a:lnTo>
                  <a:pt x="3841354" y="4289093"/>
                </a:lnTo>
                <a:cubicBezTo>
                  <a:pt x="3841354" y="4288497"/>
                  <a:pt x="3841205" y="4287976"/>
                  <a:pt x="3840908" y="4287530"/>
                </a:cubicBezTo>
                <a:cubicBezTo>
                  <a:pt x="3840610" y="4287084"/>
                  <a:pt x="3840108" y="4286730"/>
                  <a:pt x="3839401" y="4286470"/>
                </a:cubicBezTo>
                <a:cubicBezTo>
                  <a:pt x="3838694" y="4286209"/>
                  <a:pt x="3837708" y="4285986"/>
                  <a:pt x="3836443" y="4285800"/>
                </a:cubicBezTo>
                <a:cubicBezTo>
                  <a:pt x="3835178" y="4285614"/>
                  <a:pt x="3833652" y="4285521"/>
                  <a:pt x="3831867" y="4285521"/>
                </a:cubicBezTo>
                <a:close/>
                <a:moveTo>
                  <a:pt x="3044826" y="4285521"/>
                </a:moveTo>
                <a:cubicBezTo>
                  <a:pt x="3042370" y="4285521"/>
                  <a:pt x="3040417" y="4285595"/>
                  <a:pt x="3038966" y="4285744"/>
                </a:cubicBezTo>
                <a:cubicBezTo>
                  <a:pt x="3037515" y="4285893"/>
                  <a:pt x="3036510" y="4286228"/>
                  <a:pt x="3035952" y="4286749"/>
                </a:cubicBezTo>
                <a:cubicBezTo>
                  <a:pt x="3035394" y="4287270"/>
                  <a:pt x="3035208" y="4288014"/>
                  <a:pt x="3035394" y="4288981"/>
                </a:cubicBezTo>
                <a:cubicBezTo>
                  <a:pt x="3035580" y="4289948"/>
                  <a:pt x="3036082" y="4291288"/>
                  <a:pt x="3036901" y="4292999"/>
                </a:cubicBezTo>
                <a:lnTo>
                  <a:pt x="3077754" y="4374483"/>
                </a:lnTo>
                <a:lnTo>
                  <a:pt x="3077754" y="4427726"/>
                </a:lnTo>
                <a:cubicBezTo>
                  <a:pt x="3077754" y="4428321"/>
                  <a:pt x="3077902" y="4428842"/>
                  <a:pt x="3078198" y="4429289"/>
                </a:cubicBezTo>
                <a:cubicBezTo>
                  <a:pt x="3078494" y="4429735"/>
                  <a:pt x="3079030" y="4430089"/>
                  <a:pt x="3079807" y="4430349"/>
                </a:cubicBezTo>
                <a:cubicBezTo>
                  <a:pt x="3080584" y="4430610"/>
                  <a:pt x="3081583" y="4430833"/>
                  <a:pt x="3082803" y="4431019"/>
                </a:cubicBezTo>
                <a:cubicBezTo>
                  <a:pt x="3084024" y="4431205"/>
                  <a:pt x="3085560" y="4431298"/>
                  <a:pt x="3087410" y="4431298"/>
                </a:cubicBezTo>
                <a:cubicBezTo>
                  <a:pt x="3089185" y="4431298"/>
                  <a:pt x="3090702" y="4431205"/>
                  <a:pt x="3091959" y="4431019"/>
                </a:cubicBezTo>
                <a:cubicBezTo>
                  <a:pt x="3093216" y="4430833"/>
                  <a:pt x="3094215" y="4430610"/>
                  <a:pt x="3094955" y="4430349"/>
                </a:cubicBezTo>
                <a:cubicBezTo>
                  <a:pt x="3095695" y="4430089"/>
                  <a:pt x="3096213" y="4429735"/>
                  <a:pt x="3096509" y="4429289"/>
                </a:cubicBezTo>
                <a:cubicBezTo>
                  <a:pt x="3096805" y="4428842"/>
                  <a:pt x="3096953" y="4428321"/>
                  <a:pt x="3096953" y="4427726"/>
                </a:cubicBezTo>
                <a:lnTo>
                  <a:pt x="3096953" y="4374483"/>
                </a:lnTo>
                <a:lnTo>
                  <a:pt x="3137807" y="4292999"/>
                </a:lnTo>
                <a:cubicBezTo>
                  <a:pt x="3138625" y="4291362"/>
                  <a:pt x="3139127" y="4290060"/>
                  <a:pt x="3139313" y="4289093"/>
                </a:cubicBezTo>
                <a:cubicBezTo>
                  <a:pt x="3139499" y="4288125"/>
                  <a:pt x="3139295" y="4287381"/>
                  <a:pt x="3138699" y="4286860"/>
                </a:cubicBezTo>
                <a:cubicBezTo>
                  <a:pt x="3138104" y="4286339"/>
                  <a:pt x="3137044" y="4285986"/>
                  <a:pt x="3135518" y="4285800"/>
                </a:cubicBezTo>
                <a:cubicBezTo>
                  <a:pt x="3133993" y="4285614"/>
                  <a:pt x="3131890" y="4285521"/>
                  <a:pt x="3129212" y="4285521"/>
                </a:cubicBezTo>
                <a:cubicBezTo>
                  <a:pt x="3127277" y="4285521"/>
                  <a:pt x="3125677" y="4285595"/>
                  <a:pt x="3124412" y="4285744"/>
                </a:cubicBezTo>
                <a:cubicBezTo>
                  <a:pt x="3123147" y="4285893"/>
                  <a:pt x="3122161" y="4286098"/>
                  <a:pt x="3121454" y="4286358"/>
                </a:cubicBezTo>
                <a:cubicBezTo>
                  <a:pt x="3120747" y="4286618"/>
                  <a:pt x="3120189" y="4287009"/>
                  <a:pt x="3119780" y="4287530"/>
                </a:cubicBezTo>
                <a:cubicBezTo>
                  <a:pt x="3119370" y="4288051"/>
                  <a:pt x="3119054" y="4288683"/>
                  <a:pt x="3118831" y="4289428"/>
                </a:cubicBezTo>
                <a:lnTo>
                  <a:pt x="3098739" y="4331174"/>
                </a:lnTo>
                <a:cubicBezTo>
                  <a:pt x="3096882" y="4335267"/>
                  <a:pt x="3095047" y="4339415"/>
                  <a:pt x="3093235" y="4343620"/>
                </a:cubicBezTo>
                <a:cubicBezTo>
                  <a:pt x="3091422" y="4347824"/>
                  <a:pt x="3089665" y="4352047"/>
                  <a:pt x="3087964" y="4356289"/>
                </a:cubicBezTo>
                <a:lnTo>
                  <a:pt x="3087743" y="4356289"/>
                </a:lnTo>
                <a:cubicBezTo>
                  <a:pt x="3085818" y="4351898"/>
                  <a:pt x="3083932" y="4347545"/>
                  <a:pt x="3082082" y="4343229"/>
                </a:cubicBezTo>
                <a:cubicBezTo>
                  <a:pt x="3080233" y="4338913"/>
                  <a:pt x="3078381" y="4334783"/>
                  <a:pt x="3076526" y="4330839"/>
                </a:cubicBezTo>
                <a:lnTo>
                  <a:pt x="3056546" y="4289316"/>
                </a:lnTo>
                <a:cubicBezTo>
                  <a:pt x="3056174" y="4288572"/>
                  <a:pt x="3055784" y="4287958"/>
                  <a:pt x="3055374" y="4287474"/>
                </a:cubicBezTo>
                <a:cubicBezTo>
                  <a:pt x="3054965" y="4286991"/>
                  <a:pt x="3054351" y="4286618"/>
                  <a:pt x="3053532" y="4286358"/>
                </a:cubicBezTo>
                <a:cubicBezTo>
                  <a:pt x="3052714" y="4286098"/>
                  <a:pt x="3051616" y="4285893"/>
                  <a:pt x="3050240" y="4285744"/>
                </a:cubicBezTo>
                <a:cubicBezTo>
                  <a:pt x="3048863" y="4285595"/>
                  <a:pt x="3047058" y="4285521"/>
                  <a:pt x="3044826" y="4285521"/>
                </a:cubicBezTo>
                <a:close/>
                <a:moveTo>
                  <a:pt x="10100246" y="4284070"/>
                </a:moveTo>
                <a:cubicBezTo>
                  <a:pt x="10089232" y="4284070"/>
                  <a:pt x="10079596" y="4285837"/>
                  <a:pt x="10071336" y="4289372"/>
                </a:cubicBezTo>
                <a:cubicBezTo>
                  <a:pt x="10063076" y="4292906"/>
                  <a:pt x="10056193" y="4297929"/>
                  <a:pt x="10050686" y="4304441"/>
                </a:cubicBezTo>
                <a:cubicBezTo>
                  <a:pt x="10045180" y="4310952"/>
                  <a:pt x="10041050" y="4318858"/>
                  <a:pt x="10038296" y="4328160"/>
                </a:cubicBezTo>
                <a:cubicBezTo>
                  <a:pt x="10035543" y="4337462"/>
                  <a:pt x="10034166" y="4347805"/>
                  <a:pt x="10034166" y="4359191"/>
                </a:cubicBezTo>
                <a:cubicBezTo>
                  <a:pt x="10034166" y="4371097"/>
                  <a:pt x="10035432" y="4381627"/>
                  <a:pt x="10037962" y="4390780"/>
                </a:cubicBezTo>
                <a:cubicBezTo>
                  <a:pt x="10040492" y="4399932"/>
                  <a:pt x="10044342" y="4407597"/>
                  <a:pt x="10049514" y="4413773"/>
                </a:cubicBezTo>
                <a:cubicBezTo>
                  <a:pt x="10054686" y="4419950"/>
                  <a:pt x="10061234" y="4424657"/>
                  <a:pt x="10069160" y="4427894"/>
                </a:cubicBezTo>
                <a:cubicBezTo>
                  <a:pt x="10077084" y="4431131"/>
                  <a:pt x="10086480" y="4432749"/>
                  <a:pt x="10097344" y="4432749"/>
                </a:cubicBezTo>
                <a:cubicBezTo>
                  <a:pt x="10108357" y="4432749"/>
                  <a:pt x="10117994" y="4430982"/>
                  <a:pt x="10126254" y="4427447"/>
                </a:cubicBezTo>
                <a:cubicBezTo>
                  <a:pt x="10134514" y="4423912"/>
                  <a:pt x="10141378" y="4418852"/>
                  <a:pt x="10146848" y="4412267"/>
                </a:cubicBezTo>
                <a:cubicBezTo>
                  <a:pt x="10152317" y="4405681"/>
                  <a:pt x="10156428" y="4397700"/>
                  <a:pt x="10159182" y="4388324"/>
                </a:cubicBezTo>
                <a:cubicBezTo>
                  <a:pt x="10161935" y="4378948"/>
                  <a:pt x="10163312" y="4368418"/>
                  <a:pt x="10163312" y="4356735"/>
                </a:cubicBezTo>
                <a:cubicBezTo>
                  <a:pt x="10163312" y="4345052"/>
                  <a:pt x="10162028" y="4334690"/>
                  <a:pt x="10159461" y="4325649"/>
                </a:cubicBezTo>
                <a:cubicBezTo>
                  <a:pt x="10156894" y="4316607"/>
                  <a:pt x="10152987" y="4309017"/>
                  <a:pt x="10147740" y="4302878"/>
                </a:cubicBezTo>
                <a:cubicBezTo>
                  <a:pt x="10142494" y="4296739"/>
                  <a:pt x="10135928" y="4292069"/>
                  <a:pt x="10128040" y="4288869"/>
                </a:cubicBezTo>
                <a:cubicBezTo>
                  <a:pt x="10120152" y="4285670"/>
                  <a:pt x="10110887" y="4284070"/>
                  <a:pt x="10100246" y="4284070"/>
                </a:cubicBezTo>
                <a:close/>
                <a:moveTo>
                  <a:pt x="9030730" y="4284070"/>
                </a:moveTo>
                <a:cubicBezTo>
                  <a:pt x="9024479" y="4284070"/>
                  <a:pt x="9018656" y="4284907"/>
                  <a:pt x="9013261" y="4286581"/>
                </a:cubicBezTo>
                <a:cubicBezTo>
                  <a:pt x="9007866" y="4288256"/>
                  <a:pt x="9003215" y="4290693"/>
                  <a:pt x="8999308" y="4293892"/>
                </a:cubicBezTo>
                <a:cubicBezTo>
                  <a:pt x="8995402" y="4297092"/>
                  <a:pt x="8992351" y="4301055"/>
                  <a:pt x="8990156" y="4305780"/>
                </a:cubicBezTo>
                <a:cubicBezTo>
                  <a:pt x="8987960" y="4310505"/>
                  <a:pt x="8986862" y="4315882"/>
                  <a:pt x="8986862" y="4321909"/>
                </a:cubicBezTo>
                <a:cubicBezTo>
                  <a:pt x="8986862" y="4327788"/>
                  <a:pt x="8987812" y="4332830"/>
                  <a:pt x="8989709" y="4337034"/>
                </a:cubicBezTo>
                <a:cubicBezTo>
                  <a:pt x="8991606" y="4341238"/>
                  <a:pt x="8994081" y="4344903"/>
                  <a:pt x="8997132" y="4348029"/>
                </a:cubicBezTo>
                <a:cubicBezTo>
                  <a:pt x="9000183" y="4351154"/>
                  <a:pt x="9003643" y="4353870"/>
                  <a:pt x="9007512" y="4356177"/>
                </a:cubicBezTo>
                <a:cubicBezTo>
                  <a:pt x="9011382" y="4358484"/>
                  <a:pt x="9015364" y="4360586"/>
                  <a:pt x="9019456" y="4362484"/>
                </a:cubicBezTo>
                <a:cubicBezTo>
                  <a:pt x="9023549" y="4364381"/>
                  <a:pt x="9027548" y="4366241"/>
                  <a:pt x="9031456" y="4368065"/>
                </a:cubicBezTo>
                <a:cubicBezTo>
                  <a:pt x="9035362" y="4369888"/>
                  <a:pt x="9038841" y="4371897"/>
                  <a:pt x="9041892" y="4374092"/>
                </a:cubicBezTo>
                <a:cubicBezTo>
                  <a:pt x="9044943" y="4376287"/>
                  <a:pt x="9047398" y="4378836"/>
                  <a:pt x="9049259" y="4381738"/>
                </a:cubicBezTo>
                <a:cubicBezTo>
                  <a:pt x="9051120" y="4384640"/>
                  <a:pt x="9052050" y="4388138"/>
                  <a:pt x="9052050" y="4392231"/>
                </a:cubicBezTo>
                <a:cubicBezTo>
                  <a:pt x="9052050" y="4396026"/>
                  <a:pt x="9051380" y="4399412"/>
                  <a:pt x="9050040" y="4402388"/>
                </a:cubicBezTo>
                <a:cubicBezTo>
                  <a:pt x="9048701" y="4405365"/>
                  <a:pt x="9046784" y="4407876"/>
                  <a:pt x="9044292" y="4409923"/>
                </a:cubicBezTo>
                <a:cubicBezTo>
                  <a:pt x="9041799" y="4411969"/>
                  <a:pt x="9038822" y="4413550"/>
                  <a:pt x="9035362" y="4414666"/>
                </a:cubicBezTo>
                <a:cubicBezTo>
                  <a:pt x="9031902" y="4415783"/>
                  <a:pt x="9028088" y="4416341"/>
                  <a:pt x="9023921" y="4416341"/>
                </a:cubicBezTo>
                <a:cubicBezTo>
                  <a:pt x="9018414" y="4416341"/>
                  <a:pt x="9013559" y="4415690"/>
                  <a:pt x="9009354" y="4414387"/>
                </a:cubicBezTo>
                <a:cubicBezTo>
                  <a:pt x="9005150" y="4413085"/>
                  <a:pt x="9001560" y="4411690"/>
                  <a:pt x="8998583" y="4410202"/>
                </a:cubicBezTo>
                <a:cubicBezTo>
                  <a:pt x="8995606" y="4408713"/>
                  <a:pt x="8993170" y="4407337"/>
                  <a:pt x="8991272" y="4406072"/>
                </a:cubicBezTo>
                <a:cubicBezTo>
                  <a:pt x="8989374" y="4404807"/>
                  <a:pt x="8987904" y="4404174"/>
                  <a:pt x="8986862" y="4404174"/>
                </a:cubicBezTo>
                <a:cubicBezTo>
                  <a:pt x="8986268" y="4404174"/>
                  <a:pt x="8985746" y="4404304"/>
                  <a:pt x="8985300" y="4404565"/>
                </a:cubicBezTo>
                <a:cubicBezTo>
                  <a:pt x="8984854" y="4404825"/>
                  <a:pt x="8984482" y="4405290"/>
                  <a:pt x="8984184" y="4405960"/>
                </a:cubicBezTo>
                <a:cubicBezTo>
                  <a:pt x="8983886" y="4406630"/>
                  <a:pt x="8983663" y="4407504"/>
                  <a:pt x="8983514" y="4408583"/>
                </a:cubicBezTo>
                <a:cubicBezTo>
                  <a:pt x="8983366" y="4409662"/>
                  <a:pt x="8983291" y="4411020"/>
                  <a:pt x="8983291" y="4412657"/>
                </a:cubicBezTo>
                <a:cubicBezTo>
                  <a:pt x="8983291" y="4414964"/>
                  <a:pt x="8983496" y="4416806"/>
                  <a:pt x="8983905" y="4418182"/>
                </a:cubicBezTo>
                <a:cubicBezTo>
                  <a:pt x="8984314" y="4419559"/>
                  <a:pt x="8984946" y="4420694"/>
                  <a:pt x="8985802" y="4421587"/>
                </a:cubicBezTo>
                <a:cubicBezTo>
                  <a:pt x="8986658" y="4422480"/>
                  <a:pt x="8988184" y="4423559"/>
                  <a:pt x="8990379" y="4424824"/>
                </a:cubicBezTo>
                <a:cubicBezTo>
                  <a:pt x="8992574" y="4426089"/>
                  <a:pt x="8995290" y="4427317"/>
                  <a:pt x="8998527" y="4428507"/>
                </a:cubicBezTo>
                <a:cubicBezTo>
                  <a:pt x="9001764" y="4429698"/>
                  <a:pt x="9005448" y="4430703"/>
                  <a:pt x="9009578" y="4431521"/>
                </a:cubicBezTo>
                <a:cubicBezTo>
                  <a:pt x="9013708" y="4432340"/>
                  <a:pt x="9018191" y="4432749"/>
                  <a:pt x="9023028" y="4432749"/>
                </a:cubicBezTo>
                <a:cubicBezTo>
                  <a:pt x="9029948" y="4432749"/>
                  <a:pt x="9036404" y="4431819"/>
                  <a:pt x="9042394" y="4429959"/>
                </a:cubicBezTo>
                <a:cubicBezTo>
                  <a:pt x="9048384" y="4428098"/>
                  <a:pt x="9053594" y="4425326"/>
                  <a:pt x="9058021" y="4421643"/>
                </a:cubicBezTo>
                <a:cubicBezTo>
                  <a:pt x="9062449" y="4417959"/>
                  <a:pt x="9065909" y="4413476"/>
                  <a:pt x="9068402" y="4408192"/>
                </a:cubicBezTo>
                <a:cubicBezTo>
                  <a:pt x="9070895" y="4402909"/>
                  <a:pt x="9072142" y="4396881"/>
                  <a:pt x="9072142" y="4390110"/>
                </a:cubicBezTo>
                <a:cubicBezTo>
                  <a:pt x="9072142" y="4384380"/>
                  <a:pt x="9071192" y="4379413"/>
                  <a:pt x="9069295" y="4375208"/>
                </a:cubicBezTo>
                <a:cubicBezTo>
                  <a:pt x="9067398" y="4371004"/>
                  <a:pt x="9064904" y="4367358"/>
                  <a:pt x="9061816" y="4364269"/>
                </a:cubicBezTo>
                <a:cubicBezTo>
                  <a:pt x="9058728" y="4361181"/>
                  <a:pt x="9055212" y="4358502"/>
                  <a:pt x="9051268" y="4356233"/>
                </a:cubicBezTo>
                <a:cubicBezTo>
                  <a:pt x="9047324" y="4353963"/>
                  <a:pt x="9043306" y="4351880"/>
                  <a:pt x="9039213" y="4349982"/>
                </a:cubicBezTo>
                <a:cubicBezTo>
                  <a:pt x="9035120" y="4348084"/>
                  <a:pt x="9031102" y="4346205"/>
                  <a:pt x="9027158" y="4344345"/>
                </a:cubicBezTo>
                <a:cubicBezTo>
                  <a:pt x="9023214" y="4342485"/>
                  <a:pt x="9019698" y="4340438"/>
                  <a:pt x="9016610" y="4338206"/>
                </a:cubicBezTo>
                <a:cubicBezTo>
                  <a:pt x="9013522" y="4335974"/>
                  <a:pt x="9011048" y="4333406"/>
                  <a:pt x="9009187" y="4330504"/>
                </a:cubicBezTo>
                <a:cubicBezTo>
                  <a:pt x="9007326" y="4327602"/>
                  <a:pt x="9006396" y="4324142"/>
                  <a:pt x="9006396" y="4320123"/>
                </a:cubicBezTo>
                <a:cubicBezTo>
                  <a:pt x="9006396" y="4317370"/>
                  <a:pt x="9006880" y="4314766"/>
                  <a:pt x="9007848" y="4312310"/>
                </a:cubicBezTo>
                <a:cubicBezTo>
                  <a:pt x="9008815" y="4309854"/>
                  <a:pt x="9010266" y="4307733"/>
                  <a:pt x="9012200" y="4305947"/>
                </a:cubicBezTo>
                <a:cubicBezTo>
                  <a:pt x="9014136" y="4304162"/>
                  <a:pt x="9016591" y="4302729"/>
                  <a:pt x="9019568" y="4301650"/>
                </a:cubicBezTo>
                <a:cubicBezTo>
                  <a:pt x="9022544" y="4300571"/>
                  <a:pt x="9026042" y="4300032"/>
                  <a:pt x="9030060" y="4300032"/>
                </a:cubicBezTo>
                <a:cubicBezTo>
                  <a:pt x="9034376" y="4300032"/>
                  <a:pt x="9038264" y="4300571"/>
                  <a:pt x="9041724" y="4301650"/>
                </a:cubicBezTo>
                <a:cubicBezTo>
                  <a:pt x="9045185" y="4302729"/>
                  <a:pt x="9048180" y="4303920"/>
                  <a:pt x="9050710" y="4305222"/>
                </a:cubicBezTo>
                <a:cubicBezTo>
                  <a:pt x="9053240" y="4306524"/>
                  <a:pt x="9055380" y="4307696"/>
                  <a:pt x="9057128" y="4308738"/>
                </a:cubicBezTo>
                <a:cubicBezTo>
                  <a:pt x="9058877" y="4309780"/>
                  <a:pt x="9060160" y="4310301"/>
                  <a:pt x="9060979" y="4310301"/>
                </a:cubicBezTo>
                <a:cubicBezTo>
                  <a:pt x="9061500" y="4310301"/>
                  <a:pt x="9061965" y="4310133"/>
                  <a:pt x="9062374" y="4309798"/>
                </a:cubicBezTo>
                <a:cubicBezTo>
                  <a:pt x="9062784" y="4309464"/>
                  <a:pt x="9063100" y="4308943"/>
                  <a:pt x="9063323" y="4308236"/>
                </a:cubicBezTo>
                <a:cubicBezTo>
                  <a:pt x="9063546" y="4307529"/>
                  <a:pt x="9063714" y="4306654"/>
                  <a:pt x="9063826" y="4305613"/>
                </a:cubicBezTo>
                <a:cubicBezTo>
                  <a:pt x="9063937" y="4304571"/>
                  <a:pt x="9063993" y="4303380"/>
                  <a:pt x="9063993" y="4302041"/>
                </a:cubicBezTo>
                <a:cubicBezTo>
                  <a:pt x="9063993" y="4300627"/>
                  <a:pt x="9063956" y="4299473"/>
                  <a:pt x="9063882" y="4298580"/>
                </a:cubicBezTo>
                <a:cubicBezTo>
                  <a:pt x="9063807" y="4297688"/>
                  <a:pt x="9063696" y="4296925"/>
                  <a:pt x="9063546" y="4296292"/>
                </a:cubicBezTo>
                <a:cubicBezTo>
                  <a:pt x="9063398" y="4295660"/>
                  <a:pt x="9063212" y="4295139"/>
                  <a:pt x="9062988" y="4294730"/>
                </a:cubicBezTo>
                <a:cubicBezTo>
                  <a:pt x="9062765" y="4294320"/>
                  <a:pt x="9062300" y="4293762"/>
                  <a:pt x="9061593" y="4293055"/>
                </a:cubicBezTo>
                <a:cubicBezTo>
                  <a:pt x="9060886" y="4292348"/>
                  <a:pt x="9059416" y="4291418"/>
                  <a:pt x="9057184" y="4290265"/>
                </a:cubicBezTo>
                <a:cubicBezTo>
                  <a:pt x="9054952" y="4289111"/>
                  <a:pt x="9052403" y="4288070"/>
                  <a:pt x="9049538" y="4287139"/>
                </a:cubicBezTo>
                <a:cubicBezTo>
                  <a:pt x="9046673" y="4286209"/>
                  <a:pt x="9043622" y="4285465"/>
                  <a:pt x="9040385" y="4284907"/>
                </a:cubicBezTo>
                <a:cubicBezTo>
                  <a:pt x="9037148" y="4284349"/>
                  <a:pt x="9033930" y="4284070"/>
                  <a:pt x="9030730" y="4284070"/>
                </a:cubicBezTo>
                <a:close/>
                <a:moveTo>
                  <a:pt x="7871396" y="4284070"/>
                </a:moveTo>
                <a:cubicBezTo>
                  <a:pt x="7860383" y="4284070"/>
                  <a:pt x="7850746" y="4285837"/>
                  <a:pt x="7842486" y="4289372"/>
                </a:cubicBezTo>
                <a:cubicBezTo>
                  <a:pt x="7834226" y="4292906"/>
                  <a:pt x="7827343" y="4297929"/>
                  <a:pt x="7821836" y="4304441"/>
                </a:cubicBezTo>
                <a:cubicBezTo>
                  <a:pt x="7816330" y="4310952"/>
                  <a:pt x="7812200" y="4318840"/>
                  <a:pt x="7809446" y="4328104"/>
                </a:cubicBezTo>
                <a:cubicBezTo>
                  <a:pt x="7806693" y="4337369"/>
                  <a:pt x="7805317" y="4347731"/>
                  <a:pt x="7805317" y="4359191"/>
                </a:cubicBezTo>
                <a:cubicBezTo>
                  <a:pt x="7805317" y="4371097"/>
                  <a:pt x="7806582" y="4381645"/>
                  <a:pt x="7809112" y="4390835"/>
                </a:cubicBezTo>
                <a:cubicBezTo>
                  <a:pt x="7811642" y="4400025"/>
                  <a:pt x="7815493" y="4407709"/>
                  <a:pt x="7820664" y="4413885"/>
                </a:cubicBezTo>
                <a:cubicBezTo>
                  <a:pt x="7825836" y="4420061"/>
                  <a:pt x="7832385" y="4424750"/>
                  <a:pt x="7840310" y="4427949"/>
                </a:cubicBezTo>
                <a:cubicBezTo>
                  <a:pt x="7848235" y="4431149"/>
                  <a:pt x="7857630" y="4432749"/>
                  <a:pt x="7868494" y="4432749"/>
                </a:cubicBezTo>
                <a:cubicBezTo>
                  <a:pt x="7875861" y="4432749"/>
                  <a:pt x="7882335" y="4431930"/>
                  <a:pt x="7887916" y="4430293"/>
                </a:cubicBezTo>
                <a:cubicBezTo>
                  <a:pt x="7893497" y="4428656"/>
                  <a:pt x="7898111" y="4426721"/>
                  <a:pt x="7901757" y="4424489"/>
                </a:cubicBezTo>
                <a:cubicBezTo>
                  <a:pt x="7906371" y="4428954"/>
                  <a:pt x="7911133" y="4432861"/>
                  <a:pt x="7916045" y="4436209"/>
                </a:cubicBezTo>
                <a:cubicBezTo>
                  <a:pt x="7920956" y="4439558"/>
                  <a:pt x="7925570" y="4442404"/>
                  <a:pt x="7929886" y="4444748"/>
                </a:cubicBezTo>
                <a:cubicBezTo>
                  <a:pt x="7934202" y="4447092"/>
                  <a:pt x="7938015" y="4448878"/>
                  <a:pt x="7941327" y="4450106"/>
                </a:cubicBezTo>
                <a:cubicBezTo>
                  <a:pt x="7944638" y="4451334"/>
                  <a:pt x="7947038" y="4451948"/>
                  <a:pt x="7948526" y="4451948"/>
                </a:cubicBezTo>
                <a:cubicBezTo>
                  <a:pt x="7948973" y="4451948"/>
                  <a:pt x="7949419" y="4451836"/>
                  <a:pt x="7949866" y="4451613"/>
                </a:cubicBezTo>
                <a:cubicBezTo>
                  <a:pt x="7950312" y="4451390"/>
                  <a:pt x="7950722" y="4450962"/>
                  <a:pt x="7951094" y="4450329"/>
                </a:cubicBezTo>
                <a:cubicBezTo>
                  <a:pt x="7951466" y="4449697"/>
                  <a:pt x="7951745" y="4448804"/>
                  <a:pt x="7951931" y="4447650"/>
                </a:cubicBezTo>
                <a:cubicBezTo>
                  <a:pt x="7952117" y="4446497"/>
                  <a:pt x="7952210" y="4445065"/>
                  <a:pt x="7952210" y="4443353"/>
                </a:cubicBezTo>
                <a:cubicBezTo>
                  <a:pt x="7952210" y="4441195"/>
                  <a:pt x="7952061" y="4439465"/>
                  <a:pt x="7951763" y="4438163"/>
                </a:cubicBezTo>
                <a:cubicBezTo>
                  <a:pt x="7951466" y="4436860"/>
                  <a:pt x="7950945" y="4435856"/>
                  <a:pt x="7950201" y="4435149"/>
                </a:cubicBezTo>
                <a:cubicBezTo>
                  <a:pt x="7949457" y="4434442"/>
                  <a:pt x="7948340" y="4433809"/>
                  <a:pt x="7946852" y="4433251"/>
                </a:cubicBezTo>
                <a:cubicBezTo>
                  <a:pt x="7945364" y="4432693"/>
                  <a:pt x="7943280" y="4431782"/>
                  <a:pt x="7940601" y="4430517"/>
                </a:cubicBezTo>
                <a:cubicBezTo>
                  <a:pt x="7937922" y="4429252"/>
                  <a:pt x="7934537" y="4427373"/>
                  <a:pt x="7930444" y="4424880"/>
                </a:cubicBezTo>
                <a:cubicBezTo>
                  <a:pt x="7926351" y="4422387"/>
                  <a:pt x="7921588" y="4418908"/>
                  <a:pt x="7916156" y="4414443"/>
                </a:cubicBezTo>
                <a:cubicBezTo>
                  <a:pt x="7919282" y="4411095"/>
                  <a:pt x="7921998" y="4407337"/>
                  <a:pt x="7924305" y="4403169"/>
                </a:cubicBezTo>
                <a:cubicBezTo>
                  <a:pt x="7926611" y="4399002"/>
                  <a:pt x="7928528" y="4394463"/>
                  <a:pt x="7930053" y="4389552"/>
                </a:cubicBezTo>
                <a:cubicBezTo>
                  <a:pt x="7931579" y="4384640"/>
                  <a:pt x="7932695" y="4379431"/>
                  <a:pt x="7933402" y="4373925"/>
                </a:cubicBezTo>
                <a:cubicBezTo>
                  <a:pt x="7934109" y="4368418"/>
                  <a:pt x="7934462" y="4362651"/>
                  <a:pt x="7934462" y="4356623"/>
                </a:cubicBezTo>
                <a:cubicBezTo>
                  <a:pt x="7934462" y="4344940"/>
                  <a:pt x="7933123" y="4334597"/>
                  <a:pt x="7930444" y="4325593"/>
                </a:cubicBezTo>
                <a:cubicBezTo>
                  <a:pt x="7927765" y="4316589"/>
                  <a:pt x="7923765" y="4309017"/>
                  <a:pt x="7918444" y="4302878"/>
                </a:cubicBezTo>
                <a:cubicBezTo>
                  <a:pt x="7913124" y="4296739"/>
                  <a:pt x="7906538" y="4292069"/>
                  <a:pt x="7898688" y="4288869"/>
                </a:cubicBezTo>
                <a:cubicBezTo>
                  <a:pt x="7890837" y="4285670"/>
                  <a:pt x="7881740" y="4284070"/>
                  <a:pt x="7871396" y="4284070"/>
                </a:cubicBezTo>
                <a:close/>
                <a:moveTo>
                  <a:pt x="3470847" y="4284070"/>
                </a:moveTo>
                <a:cubicBezTo>
                  <a:pt x="3459833" y="4284070"/>
                  <a:pt x="3450197" y="4285837"/>
                  <a:pt x="3441937" y="4289372"/>
                </a:cubicBezTo>
                <a:cubicBezTo>
                  <a:pt x="3433677" y="4292906"/>
                  <a:pt x="3426794" y="4297929"/>
                  <a:pt x="3421287" y="4304441"/>
                </a:cubicBezTo>
                <a:cubicBezTo>
                  <a:pt x="3415780" y="4310952"/>
                  <a:pt x="3411650" y="4318858"/>
                  <a:pt x="3408897" y="4328160"/>
                </a:cubicBezTo>
                <a:cubicBezTo>
                  <a:pt x="3406144" y="4337462"/>
                  <a:pt x="3404767" y="4347805"/>
                  <a:pt x="3404767" y="4359191"/>
                </a:cubicBezTo>
                <a:cubicBezTo>
                  <a:pt x="3404767" y="4371097"/>
                  <a:pt x="3406032" y="4381627"/>
                  <a:pt x="3408562" y="4390780"/>
                </a:cubicBezTo>
                <a:cubicBezTo>
                  <a:pt x="3411092" y="4399932"/>
                  <a:pt x="3414943" y="4407597"/>
                  <a:pt x="3420115" y="4413773"/>
                </a:cubicBezTo>
                <a:cubicBezTo>
                  <a:pt x="3425287" y="4419950"/>
                  <a:pt x="3431835" y="4424657"/>
                  <a:pt x="3439760" y="4427894"/>
                </a:cubicBezTo>
                <a:cubicBezTo>
                  <a:pt x="3447685" y="4431131"/>
                  <a:pt x="3457080" y="4432749"/>
                  <a:pt x="3467945" y="4432749"/>
                </a:cubicBezTo>
                <a:cubicBezTo>
                  <a:pt x="3478958" y="4432749"/>
                  <a:pt x="3488594" y="4430982"/>
                  <a:pt x="3496854" y="4427447"/>
                </a:cubicBezTo>
                <a:cubicBezTo>
                  <a:pt x="3505114" y="4423912"/>
                  <a:pt x="3511979" y="4418852"/>
                  <a:pt x="3517448" y="4412267"/>
                </a:cubicBezTo>
                <a:cubicBezTo>
                  <a:pt x="3522918" y="4405681"/>
                  <a:pt x="3527029" y="4397700"/>
                  <a:pt x="3529782" y="4388324"/>
                </a:cubicBezTo>
                <a:cubicBezTo>
                  <a:pt x="3532536" y="4378948"/>
                  <a:pt x="3533913" y="4368418"/>
                  <a:pt x="3533913" y="4356735"/>
                </a:cubicBezTo>
                <a:cubicBezTo>
                  <a:pt x="3533913" y="4345052"/>
                  <a:pt x="3532629" y="4334690"/>
                  <a:pt x="3530062" y="4325649"/>
                </a:cubicBezTo>
                <a:cubicBezTo>
                  <a:pt x="3527494" y="4316607"/>
                  <a:pt x="3523588" y="4309017"/>
                  <a:pt x="3518341" y="4302878"/>
                </a:cubicBezTo>
                <a:cubicBezTo>
                  <a:pt x="3513095" y="4296739"/>
                  <a:pt x="3506528" y="4292069"/>
                  <a:pt x="3498640" y="4288869"/>
                </a:cubicBezTo>
                <a:cubicBezTo>
                  <a:pt x="3490752" y="4285670"/>
                  <a:pt x="3481488" y="4284070"/>
                  <a:pt x="3470847" y="4284070"/>
                </a:cubicBezTo>
                <a:close/>
                <a:moveTo>
                  <a:pt x="2404046" y="4284070"/>
                </a:moveTo>
                <a:cubicBezTo>
                  <a:pt x="2393033" y="4284070"/>
                  <a:pt x="2383397" y="4285837"/>
                  <a:pt x="2375137" y="4289372"/>
                </a:cubicBezTo>
                <a:cubicBezTo>
                  <a:pt x="2366877" y="4292906"/>
                  <a:pt x="2359993" y="4297929"/>
                  <a:pt x="2354487" y="4304441"/>
                </a:cubicBezTo>
                <a:cubicBezTo>
                  <a:pt x="2348980" y="4310952"/>
                  <a:pt x="2344850" y="4318858"/>
                  <a:pt x="2342097" y="4328160"/>
                </a:cubicBezTo>
                <a:cubicBezTo>
                  <a:pt x="2339343" y="4337462"/>
                  <a:pt x="2337967" y="4347805"/>
                  <a:pt x="2337967" y="4359191"/>
                </a:cubicBezTo>
                <a:cubicBezTo>
                  <a:pt x="2337967" y="4371097"/>
                  <a:pt x="2339232" y="4381627"/>
                  <a:pt x="2341762" y="4390780"/>
                </a:cubicBezTo>
                <a:cubicBezTo>
                  <a:pt x="2344292" y="4399932"/>
                  <a:pt x="2348143" y="4407597"/>
                  <a:pt x="2353315" y="4413773"/>
                </a:cubicBezTo>
                <a:cubicBezTo>
                  <a:pt x="2358487" y="4419950"/>
                  <a:pt x="2365035" y="4424657"/>
                  <a:pt x="2372960" y="4427894"/>
                </a:cubicBezTo>
                <a:cubicBezTo>
                  <a:pt x="2380885" y="4431131"/>
                  <a:pt x="2390280" y="4432749"/>
                  <a:pt x="2401145" y="4432749"/>
                </a:cubicBezTo>
                <a:cubicBezTo>
                  <a:pt x="2412158" y="4432749"/>
                  <a:pt x="2421794" y="4430982"/>
                  <a:pt x="2430054" y="4427447"/>
                </a:cubicBezTo>
                <a:cubicBezTo>
                  <a:pt x="2438314" y="4423912"/>
                  <a:pt x="2445179" y="4418852"/>
                  <a:pt x="2450648" y="4412267"/>
                </a:cubicBezTo>
                <a:cubicBezTo>
                  <a:pt x="2456118" y="4405681"/>
                  <a:pt x="2460229" y="4397700"/>
                  <a:pt x="2462983" y="4388324"/>
                </a:cubicBezTo>
                <a:cubicBezTo>
                  <a:pt x="2465736" y="4378948"/>
                  <a:pt x="2467113" y="4368418"/>
                  <a:pt x="2467113" y="4356735"/>
                </a:cubicBezTo>
                <a:cubicBezTo>
                  <a:pt x="2467113" y="4345052"/>
                  <a:pt x="2465829" y="4334690"/>
                  <a:pt x="2463262" y="4325649"/>
                </a:cubicBezTo>
                <a:cubicBezTo>
                  <a:pt x="2460694" y="4316607"/>
                  <a:pt x="2456788" y="4309017"/>
                  <a:pt x="2451541" y="4302878"/>
                </a:cubicBezTo>
                <a:cubicBezTo>
                  <a:pt x="2446295" y="4296739"/>
                  <a:pt x="2439728" y="4292069"/>
                  <a:pt x="2431840" y="4288869"/>
                </a:cubicBezTo>
                <a:cubicBezTo>
                  <a:pt x="2423952" y="4285670"/>
                  <a:pt x="2414688" y="4284070"/>
                  <a:pt x="2404046" y="4284070"/>
                </a:cubicBezTo>
                <a:close/>
                <a:moveTo>
                  <a:pt x="4143724" y="3350832"/>
                </a:moveTo>
                <a:cubicBezTo>
                  <a:pt x="4148713" y="3350832"/>
                  <a:pt x="4154522" y="3354516"/>
                  <a:pt x="4161153" y="3361884"/>
                </a:cubicBezTo>
                <a:cubicBezTo>
                  <a:pt x="4167782" y="3369252"/>
                  <a:pt x="4183495" y="3388595"/>
                  <a:pt x="4208289" y="3419912"/>
                </a:cubicBezTo>
                <a:cubicBezTo>
                  <a:pt x="4232505" y="3473273"/>
                  <a:pt x="4244613" y="3506202"/>
                  <a:pt x="4244613" y="3518699"/>
                </a:cubicBezTo>
                <a:cubicBezTo>
                  <a:pt x="4244613" y="3520375"/>
                  <a:pt x="4236797" y="3521212"/>
                  <a:pt x="4221164" y="3521212"/>
                </a:cubicBezTo>
                <a:lnTo>
                  <a:pt x="4084418" y="3521212"/>
                </a:lnTo>
                <a:cubicBezTo>
                  <a:pt x="4072988" y="3521212"/>
                  <a:pt x="4067274" y="3520141"/>
                  <a:pt x="4067274" y="3517999"/>
                </a:cubicBezTo>
                <a:cubicBezTo>
                  <a:pt x="4067274" y="3510513"/>
                  <a:pt x="4075205" y="3486886"/>
                  <a:pt x="4091067" y="3447119"/>
                </a:cubicBezTo>
                <a:cubicBezTo>
                  <a:pt x="4105158" y="3413407"/>
                  <a:pt x="4113385" y="3393898"/>
                  <a:pt x="4115750" y="3388591"/>
                </a:cubicBezTo>
                <a:cubicBezTo>
                  <a:pt x="4124763" y="3363419"/>
                  <a:pt x="4134088" y="3350832"/>
                  <a:pt x="4143724" y="3350832"/>
                </a:cubicBezTo>
                <a:close/>
                <a:moveTo>
                  <a:pt x="9185824" y="3172225"/>
                </a:moveTo>
                <a:cubicBezTo>
                  <a:pt x="9206601" y="3173047"/>
                  <a:pt x="9227673" y="3180935"/>
                  <a:pt x="9249038" y="3195885"/>
                </a:cubicBezTo>
                <a:cubicBezTo>
                  <a:pt x="9270404" y="3210835"/>
                  <a:pt x="9289400" y="3231657"/>
                  <a:pt x="9306026" y="3258349"/>
                </a:cubicBezTo>
                <a:cubicBezTo>
                  <a:pt x="9334178" y="3303304"/>
                  <a:pt x="9357163" y="3357754"/>
                  <a:pt x="9374978" y="3421696"/>
                </a:cubicBezTo>
                <a:cubicBezTo>
                  <a:pt x="9392794" y="3485639"/>
                  <a:pt x="9401702" y="3544950"/>
                  <a:pt x="9401702" y="3599631"/>
                </a:cubicBezTo>
                <a:cubicBezTo>
                  <a:pt x="9401702" y="3639502"/>
                  <a:pt x="9392132" y="3671168"/>
                  <a:pt x="9372993" y="3694628"/>
                </a:cubicBezTo>
                <a:cubicBezTo>
                  <a:pt x="9353855" y="3718088"/>
                  <a:pt x="9328864" y="3729818"/>
                  <a:pt x="9298021" y="3729818"/>
                </a:cubicBezTo>
                <a:cubicBezTo>
                  <a:pt x="9278897" y="3729818"/>
                  <a:pt x="9259952" y="3723838"/>
                  <a:pt x="9241183" y="3711878"/>
                </a:cubicBezTo>
                <a:cubicBezTo>
                  <a:pt x="9222415" y="3699918"/>
                  <a:pt x="9205074" y="3681367"/>
                  <a:pt x="9189160" y="3656224"/>
                </a:cubicBezTo>
                <a:cubicBezTo>
                  <a:pt x="9159792" y="3607970"/>
                  <a:pt x="9134596" y="3549904"/>
                  <a:pt x="9113570" y="3482025"/>
                </a:cubicBezTo>
                <a:cubicBezTo>
                  <a:pt x="9092546" y="3414147"/>
                  <a:pt x="9082033" y="3354509"/>
                  <a:pt x="9082033" y="3303112"/>
                </a:cubicBezTo>
                <a:cubicBezTo>
                  <a:pt x="9082033" y="3269882"/>
                  <a:pt x="9090868" y="3238513"/>
                  <a:pt x="9108540" y="3209005"/>
                </a:cubicBezTo>
                <a:cubicBezTo>
                  <a:pt x="9126907" y="3184485"/>
                  <a:pt x="9152669" y="3172225"/>
                  <a:pt x="9185824" y="3172225"/>
                </a:cubicBezTo>
                <a:close/>
                <a:moveTo>
                  <a:pt x="10116594" y="2949110"/>
                </a:moveTo>
                <a:cubicBezTo>
                  <a:pt x="10046385" y="2949110"/>
                  <a:pt x="9984955" y="2954376"/>
                  <a:pt x="9932305" y="2964909"/>
                </a:cubicBezTo>
                <a:cubicBezTo>
                  <a:pt x="9904197" y="2970528"/>
                  <a:pt x="9881095" y="2981440"/>
                  <a:pt x="9862998" y="2997647"/>
                </a:cubicBezTo>
                <a:cubicBezTo>
                  <a:pt x="9844901" y="3013854"/>
                  <a:pt x="9835852" y="3033117"/>
                  <a:pt x="9835852" y="3055436"/>
                </a:cubicBezTo>
                <a:cubicBezTo>
                  <a:pt x="9835852" y="3085293"/>
                  <a:pt x="9851199" y="3109524"/>
                  <a:pt x="9881894" y="3128129"/>
                </a:cubicBezTo>
                <a:cubicBezTo>
                  <a:pt x="9903116" y="3143702"/>
                  <a:pt x="9916211" y="3157850"/>
                  <a:pt x="9921181" y="3170574"/>
                </a:cubicBezTo>
                <a:cubicBezTo>
                  <a:pt x="9926151" y="3183297"/>
                  <a:pt x="9928636" y="3207941"/>
                  <a:pt x="9928636" y="3244506"/>
                </a:cubicBezTo>
                <a:cubicBezTo>
                  <a:pt x="9928636" y="3261895"/>
                  <a:pt x="9927940" y="3298101"/>
                  <a:pt x="9926545" y="3353123"/>
                </a:cubicBezTo>
                <a:cubicBezTo>
                  <a:pt x="9924218" y="3430804"/>
                  <a:pt x="9923054" y="3486693"/>
                  <a:pt x="9923054" y="3520790"/>
                </a:cubicBezTo>
                <a:cubicBezTo>
                  <a:pt x="9923054" y="3609812"/>
                  <a:pt x="9931771" y="3678291"/>
                  <a:pt x="9949205" y="3726226"/>
                </a:cubicBezTo>
                <a:cubicBezTo>
                  <a:pt x="9966639" y="3774162"/>
                  <a:pt x="9998309" y="3816442"/>
                  <a:pt x="10044213" y="3853066"/>
                </a:cubicBezTo>
                <a:cubicBezTo>
                  <a:pt x="10136415" y="3926159"/>
                  <a:pt x="10258915" y="3962706"/>
                  <a:pt x="10411713" y="3962706"/>
                </a:cubicBezTo>
                <a:cubicBezTo>
                  <a:pt x="10499520" y="3962706"/>
                  <a:pt x="10581248" y="3948671"/>
                  <a:pt x="10656898" y="3920600"/>
                </a:cubicBezTo>
                <a:cubicBezTo>
                  <a:pt x="10766860" y="3880996"/>
                  <a:pt x="10839108" y="3814011"/>
                  <a:pt x="10873642" y="3719644"/>
                </a:cubicBezTo>
                <a:cubicBezTo>
                  <a:pt x="10889616" y="3675118"/>
                  <a:pt x="10897602" y="3600695"/>
                  <a:pt x="10897602" y="3496374"/>
                </a:cubicBezTo>
                <a:lnTo>
                  <a:pt x="10897602" y="3311907"/>
                </a:lnTo>
                <a:cubicBezTo>
                  <a:pt x="10898359" y="3219571"/>
                  <a:pt x="10900228" y="3166536"/>
                  <a:pt x="10903212" y="3152801"/>
                </a:cubicBezTo>
                <a:cubicBezTo>
                  <a:pt x="10906196" y="3139066"/>
                  <a:pt x="10918035" y="3126342"/>
                  <a:pt x="10938730" y="3114631"/>
                </a:cubicBezTo>
                <a:cubicBezTo>
                  <a:pt x="10964140" y="3100184"/>
                  <a:pt x="10980497" y="3088701"/>
                  <a:pt x="10987802" y="3080180"/>
                </a:cubicBezTo>
                <a:cubicBezTo>
                  <a:pt x="10995106" y="3071659"/>
                  <a:pt x="10998759" y="3058994"/>
                  <a:pt x="10998759" y="3042183"/>
                </a:cubicBezTo>
                <a:cubicBezTo>
                  <a:pt x="10998759" y="3008479"/>
                  <a:pt x="10980524" y="2984541"/>
                  <a:pt x="10944055" y="2970368"/>
                </a:cubicBezTo>
                <a:cubicBezTo>
                  <a:pt x="10907587" y="2956196"/>
                  <a:pt x="10852469" y="2949110"/>
                  <a:pt x="10778701" y="2949110"/>
                </a:cubicBezTo>
                <a:cubicBezTo>
                  <a:pt x="10703726" y="2949110"/>
                  <a:pt x="10647608" y="2956273"/>
                  <a:pt x="10610350" y="2970601"/>
                </a:cubicBezTo>
                <a:cubicBezTo>
                  <a:pt x="10573092" y="2984930"/>
                  <a:pt x="10554463" y="3009253"/>
                  <a:pt x="10554463" y="3043573"/>
                </a:cubicBezTo>
                <a:cubicBezTo>
                  <a:pt x="10554463" y="3060747"/>
                  <a:pt x="10559827" y="3074697"/>
                  <a:pt x="10570552" y="3085422"/>
                </a:cubicBezTo>
                <a:cubicBezTo>
                  <a:pt x="10581278" y="3096148"/>
                  <a:pt x="10597010" y="3106095"/>
                  <a:pt x="10617750" y="3115265"/>
                </a:cubicBezTo>
                <a:cubicBezTo>
                  <a:pt x="10644182" y="3127288"/>
                  <a:pt x="10659321" y="3142095"/>
                  <a:pt x="10663163" y="3159689"/>
                </a:cubicBezTo>
                <a:cubicBezTo>
                  <a:pt x="10667007" y="3177282"/>
                  <a:pt x="10670077" y="3244310"/>
                  <a:pt x="10672375" y="3360772"/>
                </a:cubicBezTo>
                <a:lnTo>
                  <a:pt x="10672375" y="3513818"/>
                </a:lnTo>
                <a:cubicBezTo>
                  <a:pt x="10672375" y="3551214"/>
                  <a:pt x="10670181" y="3580442"/>
                  <a:pt x="10665793" y="3601505"/>
                </a:cubicBezTo>
                <a:cubicBezTo>
                  <a:pt x="10661405" y="3622567"/>
                  <a:pt x="10652788" y="3642374"/>
                  <a:pt x="10639942" y="3660927"/>
                </a:cubicBezTo>
                <a:cubicBezTo>
                  <a:pt x="10626897" y="3680503"/>
                  <a:pt x="10606367" y="3696647"/>
                  <a:pt x="10578351" y="3709360"/>
                </a:cubicBezTo>
                <a:cubicBezTo>
                  <a:pt x="10550337" y="3722072"/>
                  <a:pt x="10518747" y="3728428"/>
                  <a:pt x="10483583" y="3728428"/>
                </a:cubicBezTo>
                <a:cubicBezTo>
                  <a:pt x="10428776" y="3728428"/>
                  <a:pt x="10376122" y="3711216"/>
                  <a:pt x="10325622" y="3676794"/>
                </a:cubicBezTo>
                <a:cubicBezTo>
                  <a:pt x="10299457" y="3640429"/>
                  <a:pt x="10287475" y="3584391"/>
                  <a:pt x="10289676" y="3508682"/>
                </a:cubicBezTo>
                <a:cubicBezTo>
                  <a:pt x="10293553" y="3368633"/>
                  <a:pt x="10295491" y="3281042"/>
                  <a:pt x="10295491" y="3245907"/>
                </a:cubicBezTo>
                <a:cubicBezTo>
                  <a:pt x="10295491" y="3207823"/>
                  <a:pt x="10297750" y="3181518"/>
                  <a:pt x="10302268" y="3166994"/>
                </a:cubicBezTo>
                <a:cubicBezTo>
                  <a:pt x="10306786" y="3152469"/>
                  <a:pt x="10314285" y="3142913"/>
                  <a:pt x="10324766" y="3138324"/>
                </a:cubicBezTo>
                <a:cubicBezTo>
                  <a:pt x="10351102" y="3125894"/>
                  <a:pt x="10366067" y="3118144"/>
                  <a:pt x="10369663" y="3115076"/>
                </a:cubicBezTo>
                <a:cubicBezTo>
                  <a:pt x="10388127" y="3100177"/>
                  <a:pt x="10397359" y="3080764"/>
                  <a:pt x="10397359" y="3056837"/>
                </a:cubicBezTo>
                <a:cubicBezTo>
                  <a:pt x="10397359" y="3009857"/>
                  <a:pt x="10368584" y="2979912"/>
                  <a:pt x="10311035" y="2966999"/>
                </a:cubicBezTo>
                <a:cubicBezTo>
                  <a:pt x="10259044" y="2955073"/>
                  <a:pt x="10194231" y="2949110"/>
                  <a:pt x="10116594" y="2949110"/>
                </a:cubicBezTo>
                <a:close/>
                <a:moveTo>
                  <a:pt x="7928420" y="2948409"/>
                </a:moveTo>
                <a:cubicBezTo>
                  <a:pt x="7817050" y="2948409"/>
                  <a:pt x="7735788" y="2955881"/>
                  <a:pt x="7684635" y="2970824"/>
                </a:cubicBezTo>
                <a:cubicBezTo>
                  <a:pt x="7633483" y="2985768"/>
                  <a:pt x="7607907" y="3012344"/>
                  <a:pt x="7607907" y="3050555"/>
                </a:cubicBezTo>
                <a:cubicBezTo>
                  <a:pt x="7607907" y="3073629"/>
                  <a:pt x="7616050" y="3092145"/>
                  <a:pt x="7632334" y="3106103"/>
                </a:cubicBezTo>
                <a:cubicBezTo>
                  <a:pt x="7640362" y="3112981"/>
                  <a:pt x="7667528" y="3122699"/>
                  <a:pt x="7713833" y="3135255"/>
                </a:cubicBezTo>
                <a:cubicBezTo>
                  <a:pt x="7720926" y="3142334"/>
                  <a:pt x="7735866" y="3157044"/>
                  <a:pt x="7758651" y="3179385"/>
                </a:cubicBezTo>
                <a:cubicBezTo>
                  <a:pt x="7813614" y="3233436"/>
                  <a:pt x="7872754" y="3296400"/>
                  <a:pt x="7936070" y="3368277"/>
                </a:cubicBezTo>
                <a:cubicBezTo>
                  <a:pt x="7949294" y="3396155"/>
                  <a:pt x="7959419" y="3419863"/>
                  <a:pt x="7966446" y="3439402"/>
                </a:cubicBezTo>
                <a:cubicBezTo>
                  <a:pt x="7973472" y="3458941"/>
                  <a:pt x="7976986" y="3486304"/>
                  <a:pt x="7976986" y="3521490"/>
                </a:cubicBezTo>
                <a:cubicBezTo>
                  <a:pt x="7976986" y="3638776"/>
                  <a:pt x="7969915" y="3712666"/>
                  <a:pt x="7955772" y="3743160"/>
                </a:cubicBezTo>
                <a:cubicBezTo>
                  <a:pt x="7950931" y="3753878"/>
                  <a:pt x="7937163" y="3763218"/>
                  <a:pt x="7914466" y="3771179"/>
                </a:cubicBezTo>
                <a:cubicBezTo>
                  <a:pt x="7872891" y="3785944"/>
                  <a:pt x="7852103" y="3811090"/>
                  <a:pt x="7852103" y="3846618"/>
                </a:cubicBezTo>
                <a:cubicBezTo>
                  <a:pt x="7852103" y="3891551"/>
                  <a:pt x="7884647" y="3921104"/>
                  <a:pt x="7949734" y="3935277"/>
                </a:cubicBezTo>
                <a:cubicBezTo>
                  <a:pt x="8018788" y="3950309"/>
                  <a:pt x="8092384" y="3957825"/>
                  <a:pt x="8170526" y="3957825"/>
                </a:cubicBezTo>
                <a:cubicBezTo>
                  <a:pt x="8367464" y="3957825"/>
                  <a:pt x="8465933" y="3921453"/>
                  <a:pt x="8465933" y="3848708"/>
                </a:cubicBezTo>
                <a:cubicBezTo>
                  <a:pt x="8465933" y="3816731"/>
                  <a:pt x="8446231" y="3790488"/>
                  <a:pt x="8406827" y="3769978"/>
                </a:cubicBezTo>
                <a:cubicBezTo>
                  <a:pt x="8388934" y="3760623"/>
                  <a:pt x="8377373" y="3751556"/>
                  <a:pt x="8372143" y="3742776"/>
                </a:cubicBezTo>
                <a:cubicBezTo>
                  <a:pt x="8366914" y="3733996"/>
                  <a:pt x="8363217" y="3716375"/>
                  <a:pt x="8361052" y="3689913"/>
                </a:cubicBezTo>
                <a:cubicBezTo>
                  <a:pt x="8357021" y="3645580"/>
                  <a:pt x="8355004" y="3595951"/>
                  <a:pt x="8355004" y="3541025"/>
                </a:cubicBezTo>
                <a:cubicBezTo>
                  <a:pt x="8355004" y="3478732"/>
                  <a:pt x="8362391" y="3432259"/>
                  <a:pt x="8377163" y="3401605"/>
                </a:cubicBezTo>
                <a:cubicBezTo>
                  <a:pt x="8391936" y="3370951"/>
                  <a:pt x="8430358" y="3322080"/>
                  <a:pt x="8492428" y="3254991"/>
                </a:cubicBezTo>
                <a:cubicBezTo>
                  <a:pt x="8543878" y="3199873"/>
                  <a:pt x="8578840" y="3165164"/>
                  <a:pt x="8597315" y="3150866"/>
                </a:cubicBezTo>
                <a:cubicBezTo>
                  <a:pt x="8615790" y="3136567"/>
                  <a:pt x="8633233" y="3127176"/>
                  <a:pt x="8649644" y="3122692"/>
                </a:cubicBezTo>
                <a:cubicBezTo>
                  <a:pt x="8688685" y="3117081"/>
                  <a:pt x="8715386" y="3108243"/>
                  <a:pt x="8729747" y="3096180"/>
                </a:cubicBezTo>
                <a:cubicBezTo>
                  <a:pt x="8744109" y="3084116"/>
                  <a:pt x="8751290" y="3066350"/>
                  <a:pt x="8751290" y="3042883"/>
                </a:cubicBezTo>
                <a:cubicBezTo>
                  <a:pt x="8751290" y="3025197"/>
                  <a:pt x="8745271" y="3008516"/>
                  <a:pt x="8733233" y="2992839"/>
                </a:cubicBezTo>
                <a:cubicBezTo>
                  <a:pt x="8721196" y="2977162"/>
                  <a:pt x="8705960" y="2966529"/>
                  <a:pt x="8687524" y="2960939"/>
                </a:cubicBezTo>
                <a:cubicBezTo>
                  <a:pt x="8661893" y="2953053"/>
                  <a:pt x="8608165" y="2949110"/>
                  <a:pt x="8526340" y="2949110"/>
                </a:cubicBezTo>
                <a:cubicBezTo>
                  <a:pt x="8374528" y="2949110"/>
                  <a:pt x="8298622" y="2980134"/>
                  <a:pt x="8298622" y="3042183"/>
                </a:cubicBezTo>
                <a:cubicBezTo>
                  <a:pt x="8298622" y="3063997"/>
                  <a:pt x="8304108" y="3081209"/>
                  <a:pt x="8315077" y="3093817"/>
                </a:cubicBezTo>
                <a:cubicBezTo>
                  <a:pt x="8327753" y="3109205"/>
                  <a:pt x="8334806" y="3118332"/>
                  <a:pt x="8336236" y="3121196"/>
                </a:cubicBezTo>
                <a:cubicBezTo>
                  <a:pt x="8337667" y="3124061"/>
                  <a:pt x="8338382" y="3128421"/>
                  <a:pt x="8338382" y="3134277"/>
                </a:cubicBezTo>
                <a:cubicBezTo>
                  <a:pt x="8338382" y="3144410"/>
                  <a:pt x="8330314" y="3159657"/>
                  <a:pt x="8314177" y="3180019"/>
                </a:cubicBezTo>
                <a:cubicBezTo>
                  <a:pt x="8300383" y="3197356"/>
                  <a:pt x="8289620" y="3209021"/>
                  <a:pt x="8281889" y="3215014"/>
                </a:cubicBezTo>
                <a:cubicBezTo>
                  <a:pt x="8274158" y="3221007"/>
                  <a:pt x="8267034" y="3224004"/>
                  <a:pt x="8260519" y="3224004"/>
                </a:cubicBezTo>
                <a:cubicBezTo>
                  <a:pt x="8250209" y="3224004"/>
                  <a:pt x="8237900" y="3214141"/>
                  <a:pt x="8223594" y="3194417"/>
                </a:cubicBezTo>
                <a:cubicBezTo>
                  <a:pt x="8199104" y="3160476"/>
                  <a:pt x="8186859" y="3136475"/>
                  <a:pt x="8186859" y="3122414"/>
                </a:cubicBezTo>
                <a:cubicBezTo>
                  <a:pt x="8186859" y="3117181"/>
                  <a:pt x="8193626" y="3105895"/>
                  <a:pt x="8207161" y="3088558"/>
                </a:cubicBezTo>
                <a:cubicBezTo>
                  <a:pt x="8218746" y="3074349"/>
                  <a:pt x="8224539" y="3059587"/>
                  <a:pt x="8224539" y="3044273"/>
                </a:cubicBezTo>
                <a:cubicBezTo>
                  <a:pt x="8224539" y="3024682"/>
                  <a:pt x="8216605" y="3007508"/>
                  <a:pt x="8200735" y="2992750"/>
                </a:cubicBezTo>
                <a:cubicBezTo>
                  <a:pt x="8184865" y="2977992"/>
                  <a:pt x="8164566" y="2968244"/>
                  <a:pt x="8139839" y="2963508"/>
                </a:cubicBezTo>
                <a:cubicBezTo>
                  <a:pt x="8090472" y="2953442"/>
                  <a:pt x="8020000" y="2948409"/>
                  <a:pt x="7928420" y="2948409"/>
                </a:cubicBezTo>
                <a:close/>
                <a:moveTo>
                  <a:pt x="6369574" y="2948409"/>
                </a:moveTo>
                <a:cubicBezTo>
                  <a:pt x="6297527" y="2948409"/>
                  <a:pt x="6237027" y="2953208"/>
                  <a:pt x="6188076" y="2962808"/>
                </a:cubicBezTo>
                <a:cubicBezTo>
                  <a:pt x="6149873" y="2970257"/>
                  <a:pt x="6121338" y="2981796"/>
                  <a:pt x="6102469" y="2997425"/>
                </a:cubicBezTo>
                <a:cubicBezTo>
                  <a:pt x="6083602" y="3013054"/>
                  <a:pt x="6074167" y="3034251"/>
                  <a:pt x="6074167" y="3061017"/>
                </a:cubicBezTo>
                <a:cubicBezTo>
                  <a:pt x="6074167" y="3093120"/>
                  <a:pt x="6089563" y="3117970"/>
                  <a:pt x="6120354" y="3135567"/>
                </a:cubicBezTo>
                <a:cubicBezTo>
                  <a:pt x="6134570" y="3143683"/>
                  <a:pt x="6144347" y="3151746"/>
                  <a:pt x="6149684" y="3159755"/>
                </a:cubicBezTo>
                <a:cubicBezTo>
                  <a:pt x="6155021" y="3167765"/>
                  <a:pt x="6159387" y="3177247"/>
                  <a:pt x="6162782" y="3188202"/>
                </a:cubicBezTo>
                <a:cubicBezTo>
                  <a:pt x="6172544" y="3251348"/>
                  <a:pt x="6177425" y="3347560"/>
                  <a:pt x="6177425" y="3476838"/>
                </a:cubicBezTo>
                <a:cubicBezTo>
                  <a:pt x="6177425" y="3584510"/>
                  <a:pt x="6172773" y="3667765"/>
                  <a:pt x="6163471" y="3726604"/>
                </a:cubicBezTo>
                <a:cubicBezTo>
                  <a:pt x="6159283" y="3742319"/>
                  <a:pt x="6154936" y="3754386"/>
                  <a:pt x="6150429" y="3762806"/>
                </a:cubicBezTo>
                <a:cubicBezTo>
                  <a:pt x="6145922" y="3771227"/>
                  <a:pt x="6139192" y="3778420"/>
                  <a:pt x="6130238" y="3784387"/>
                </a:cubicBezTo>
                <a:cubicBezTo>
                  <a:pt x="6096578" y="3805705"/>
                  <a:pt x="6079749" y="3831330"/>
                  <a:pt x="6079749" y="3861261"/>
                </a:cubicBezTo>
                <a:cubicBezTo>
                  <a:pt x="6079749" y="3880221"/>
                  <a:pt x="6086007" y="3897072"/>
                  <a:pt x="6098522" y="3911811"/>
                </a:cubicBezTo>
                <a:cubicBezTo>
                  <a:pt x="6111038" y="3926550"/>
                  <a:pt x="6126031" y="3936344"/>
                  <a:pt x="6143502" y="3941192"/>
                </a:cubicBezTo>
                <a:cubicBezTo>
                  <a:pt x="6186323" y="3952280"/>
                  <a:pt x="6251448" y="3957825"/>
                  <a:pt x="6338876" y="3957825"/>
                </a:cubicBezTo>
                <a:cubicBezTo>
                  <a:pt x="6437201" y="3957825"/>
                  <a:pt x="6508924" y="3950518"/>
                  <a:pt x="6554047" y="3935905"/>
                </a:cubicBezTo>
                <a:cubicBezTo>
                  <a:pt x="6599170" y="3921291"/>
                  <a:pt x="6621731" y="3895250"/>
                  <a:pt x="6621731" y="3857781"/>
                </a:cubicBezTo>
                <a:cubicBezTo>
                  <a:pt x="6621731" y="3828761"/>
                  <a:pt x="6606125" y="3804137"/>
                  <a:pt x="6574911" y="3783909"/>
                </a:cubicBezTo>
                <a:cubicBezTo>
                  <a:pt x="6569374" y="3781307"/>
                  <a:pt x="6562755" y="3776638"/>
                  <a:pt x="6555053" y="3769900"/>
                </a:cubicBezTo>
                <a:cubicBezTo>
                  <a:pt x="6541830" y="3758070"/>
                  <a:pt x="6535218" y="3733409"/>
                  <a:pt x="6535218" y="3695917"/>
                </a:cubicBezTo>
                <a:cubicBezTo>
                  <a:pt x="6535218" y="3654705"/>
                  <a:pt x="6543724" y="3634098"/>
                  <a:pt x="6560735" y="3634098"/>
                </a:cubicBezTo>
                <a:cubicBezTo>
                  <a:pt x="6566020" y="3634098"/>
                  <a:pt x="6573200" y="3637831"/>
                  <a:pt x="6582277" y="3645295"/>
                </a:cubicBezTo>
                <a:cubicBezTo>
                  <a:pt x="6591353" y="3652759"/>
                  <a:pt x="6607336" y="3664167"/>
                  <a:pt x="6630225" y="3679518"/>
                </a:cubicBezTo>
                <a:cubicBezTo>
                  <a:pt x="6692386" y="3756309"/>
                  <a:pt x="6741184" y="3819010"/>
                  <a:pt x="6776623" y="3867620"/>
                </a:cubicBezTo>
                <a:cubicBezTo>
                  <a:pt x="6800424" y="3900175"/>
                  <a:pt x="6818374" y="3921023"/>
                  <a:pt x="6830475" y="3930162"/>
                </a:cubicBezTo>
                <a:cubicBezTo>
                  <a:pt x="6842576" y="3939301"/>
                  <a:pt x="6859407" y="3943871"/>
                  <a:pt x="6880970" y="3943871"/>
                </a:cubicBezTo>
                <a:lnTo>
                  <a:pt x="7145402" y="3943871"/>
                </a:lnTo>
                <a:cubicBezTo>
                  <a:pt x="7225595" y="3943871"/>
                  <a:pt x="7265693" y="3914474"/>
                  <a:pt x="7265693" y="3855679"/>
                </a:cubicBezTo>
                <a:cubicBezTo>
                  <a:pt x="7265693" y="3831730"/>
                  <a:pt x="7259548" y="3812108"/>
                  <a:pt x="7247259" y="3796812"/>
                </a:cubicBezTo>
                <a:cubicBezTo>
                  <a:pt x="7234969" y="3781517"/>
                  <a:pt x="7216671" y="3768692"/>
                  <a:pt x="7192366" y="3758337"/>
                </a:cubicBezTo>
                <a:cubicBezTo>
                  <a:pt x="7172813" y="3749597"/>
                  <a:pt x="7159050" y="3741974"/>
                  <a:pt x="7151077" y="3735466"/>
                </a:cubicBezTo>
                <a:cubicBezTo>
                  <a:pt x="7143106" y="3728958"/>
                  <a:pt x="7127738" y="3712502"/>
                  <a:pt x="7104975" y="3686100"/>
                </a:cubicBezTo>
                <a:lnTo>
                  <a:pt x="6844046" y="3383999"/>
                </a:lnTo>
                <a:cubicBezTo>
                  <a:pt x="6827805" y="3365135"/>
                  <a:pt x="6816926" y="3350588"/>
                  <a:pt x="6811407" y="3340359"/>
                </a:cubicBezTo>
                <a:cubicBezTo>
                  <a:pt x="6805889" y="3330130"/>
                  <a:pt x="6803129" y="3320275"/>
                  <a:pt x="6803129" y="3310795"/>
                </a:cubicBezTo>
                <a:cubicBezTo>
                  <a:pt x="6803129" y="3293405"/>
                  <a:pt x="6815293" y="3273166"/>
                  <a:pt x="6839620" y="3250077"/>
                </a:cubicBezTo>
                <a:lnTo>
                  <a:pt x="6914270" y="3178217"/>
                </a:lnTo>
                <a:cubicBezTo>
                  <a:pt x="6932853" y="3160524"/>
                  <a:pt x="6947403" y="3149395"/>
                  <a:pt x="6957921" y="3144829"/>
                </a:cubicBezTo>
                <a:cubicBezTo>
                  <a:pt x="6968440" y="3140263"/>
                  <a:pt x="6984961" y="3137768"/>
                  <a:pt x="7007488" y="3137346"/>
                </a:cubicBezTo>
                <a:cubicBezTo>
                  <a:pt x="7044534" y="3136857"/>
                  <a:pt x="7068413" y="3134826"/>
                  <a:pt x="7079124" y="3131253"/>
                </a:cubicBezTo>
                <a:cubicBezTo>
                  <a:pt x="7095602" y="3126546"/>
                  <a:pt x="7109187" y="3116452"/>
                  <a:pt x="7119879" y="3100972"/>
                </a:cubicBezTo>
                <a:cubicBezTo>
                  <a:pt x="7130571" y="3085491"/>
                  <a:pt x="7135917" y="3068919"/>
                  <a:pt x="7135917" y="3051255"/>
                </a:cubicBezTo>
                <a:cubicBezTo>
                  <a:pt x="7135917" y="3006589"/>
                  <a:pt x="7111019" y="2977414"/>
                  <a:pt x="7061224" y="2963730"/>
                </a:cubicBezTo>
                <a:cubicBezTo>
                  <a:pt x="7025162" y="2953984"/>
                  <a:pt x="6970893" y="2949110"/>
                  <a:pt x="6898415" y="2949110"/>
                </a:cubicBezTo>
                <a:cubicBezTo>
                  <a:pt x="6807184" y="2949110"/>
                  <a:pt x="6740956" y="2956968"/>
                  <a:pt x="6699733" y="2972687"/>
                </a:cubicBezTo>
                <a:cubicBezTo>
                  <a:pt x="6658509" y="2988404"/>
                  <a:pt x="6637897" y="3016684"/>
                  <a:pt x="6637897" y="3057526"/>
                </a:cubicBezTo>
                <a:cubicBezTo>
                  <a:pt x="6637897" y="3069749"/>
                  <a:pt x="6641440" y="3082673"/>
                  <a:pt x="6648527" y="3096297"/>
                </a:cubicBezTo>
                <a:cubicBezTo>
                  <a:pt x="6656324" y="3111077"/>
                  <a:pt x="6660223" y="3121409"/>
                  <a:pt x="6660223" y="3127295"/>
                </a:cubicBezTo>
                <a:cubicBezTo>
                  <a:pt x="6660223" y="3139755"/>
                  <a:pt x="6643820" y="3166328"/>
                  <a:pt x="6611013" y="3207015"/>
                </a:cubicBezTo>
                <a:cubicBezTo>
                  <a:pt x="6580978" y="3243980"/>
                  <a:pt x="6561851" y="3266286"/>
                  <a:pt x="6553630" y="3273931"/>
                </a:cubicBezTo>
                <a:cubicBezTo>
                  <a:pt x="6545410" y="3281577"/>
                  <a:pt x="6537779" y="3285400"/>
                  <a:pt x="6530737" y="3285400"/>
                </a:cubicBezTo>
                <a:cubicBezTo>
                  <a:pt x="6523021" y="3285400"/>
                  <a:pt x="6519163" y="3270609"/>
                  <a:pt x="6519163" y="3241026"/>
                </a:cubicBezTo>
                <a:cubicBezTo>
                  <a:pt x="6519163" y="3218463"/>
                  <a:pt x="6522048" y="3195855"/>
                  <a:pt x="6527818" y="3173203"/>
                </a:cubicBezTo>
                <a:cubicBezTo>
                  <a:pt x="6533589" y="3150551"/>
                  <a:pt x="6539461" y="3136612"/>
                  <a:pt x="6545436" y="3131386"/>
                </a:cubicBezTo>
                <a:cubicBezTo>
                  <a:pt x="6566183" y="3114887"/>
                  <a:pt x="6579549" y="3101928"/>
                  <a:pt x="6585535" y="3092511"/>
                </a:cubicBezTo>
                <a:cubicBezTo>
                  <a:pt x="6591520" y="3083093"/>
                  <a:pt x="6594513" y="3070038"/>
                  <a:pt x="6594513" y="3053346"/>
                </a:cubicBezTo>
                <a:cubicBezTo>
                  <a:pt x="6594513" y="3013675"/>
                  <a:pt x="6577342" y="2986768"/>
                  <a:pt x="6543001" y="2972626"/>
                </a:cubicBezTo>
                <a:cubicBezTo>
                  <a:pt x="6502107" y="2956481"/>
                  <a:pt x="6444298" y="2948409"/>
                  <a:pt x="6369574" y="2948409"/>
                </a:cubicBezTo>
                <a:close/>
                <a:moveTo>
                  <a:pt x="5120366" y="2948409"/>
                </a:moveTo>
                <a:cubicBezTo>
                  <a:pt x="5054782" y="2948409"/>
                  <a:pt x="5008458" y="2950344"/>
                  <a:pt x="4981396" y="2954213"/>
                </a:cubicBezTo>
                <a:cubicBezTo>
                  <a:pt x="4896651" y="2967058"/>
                  <a:pt x="4854278" y="2999869"/>
                  <a:pt x="4854278" y="3052645"/>
                </a:cubicBezTo>
                <a:cubicBezTo>
                  <a:pt x="4854278" y="3070190"/>
                  <a:pt x="4859218" y="3084890"/>
                  <a:pt x="4869099" y="3096747"/>
                </a:cubicBezTo>
                <a:cubicBezTo>
                  <a:pt x="4878980" y="3108603"/>
                  <a:pt x="4895239" y="3120064"/>
                  <a:pt x="4917876" y="3131131"/>
                </a:cubicBezTo>
                <a:cubicBezTo>
                  <a:pt x="4934242" y="3139099"/>
                  <a:pt x="4945739" y="3147179"/>
                  <a:pt x="4952365" y="3155369"/>
                </a:cubicBezTo>
                <a:cubicBezTo>
                  <a:pt x="4958992" y="3163560"/>
                  <a:pt x="4964548" y="3176553"/>
                  <a:pt x="4969032" y="3194351"/>
                </a:cubicBezTo>
                <a:cubicBezTo>
                  <a:pt x="4982760" y="3248646"/>
                  <a:pt x="4989623" y="3334903"/>
                  <a:pt x="4989623" y="3453123"/>
                </a:cubicBezTo>
                <a:cubicBezTo>
                  <a:pt x="4989623" y="3564500"/>
                  <a:pt x="4985669" y="3650187"/>
                  <a:pt x="4977760" y="3710182"/>
                </a:cubicBezTo>
                <a:cubicBezTo>
                  <a:pt x="4973742" y="3738750"/>
                  <a:pt x="4962787" y="3758326"/>
                  <a:pt x="4944894" y="3768910"/>
                </a:cubicBezTo>
                <a:cubicBezTo>
                  <a:pt x="4920759" y="3783120"/>
                  <a:pt x="4904622" y="3795165"/>
                  <a:pt x="4896483" y="3805046"/>
                </a:cubicBezTo>
                <a:cubicBezTo>
                  <a:pt x="4888345" y="3814926"/>
                  <a:pt x="4884276" y="3829480"/>
                  <a:pt x="4884276" y="3848708"/>
                </a:cubicBezTo>
                <a:cubicBezTo>
                  <a:pt x="4884276" y="3884999"/>
                  <a:pt x="4903403" y="3912258"/>
                  <a:pt x="4941658" y="3930485"/>
                </a:cubicBezTo>
                <a:cubicBezTo>
                  <a:pt x="4979914" y="3948711"/>
                  <a:pt x="5031578" y="3957825"/>
                  <a:pt x="5096650" y="3957825"/>
                </a:cubicBezTo>
                <a:cubicBezTo>
                  <a:pt x="5245682" y="3957825"/>
                  <a:pt x="5320199" y="3920756"/>
                  <a:pt x="5320199" y="3846618"/>
                </a:cubicBezTo>
                <a:cubicBezTo>
                  <a:pt x="5320199" y="3816271"/>
                  <a:pt x="5301816" y="3792044"/>
                  <a:pt x="5265052" y="3773936"/>
                </a:cubicBezTo>
                <a:cubicBezTo>
                  <a:pt x="5246713" y="3764767"/>
                  <a:pt x="5234344" y="3749653"/>
                  <a:pt x="5227943" y="3728595"/>
                </a:cubicBezTo>
                <a:cubicBezTo>
                  <a:pt x="5221542" y="3707536"/>
                  <a:pt x="5218343" y="3665245"/>
                  <a:pt x="5218343" y="3601721"/>
                </a:cubicBezTo>
                <a:cubicBezTo>
                  <a:pt x="5218343" y="3532609"/>
                  <a:pt x="5227545" y="3498052"/>
                  <a:pt x="5245949" y="3498052"/>
                </a:cubicBezTo>
                <a:cubicBezTo>
                  <a:pt x="5261272" y="3498052"/>
                  <a:pt x="5282040" y="3509890"/>
                  <a:pt x="5308258" y="3533565"/>
                </a:cubicBezTo>
                <a:lnTo>
                  <a:pt x="5721977" y="3904034"/>
                </a:lnTo>
                <a:cubicBezTo>
                  <a:pt x="5747165" y="3926797"/>
                  <a:pt x="5765625" y="3941570"/>
                  <a:pt x="5777359" y="3948352"/>
                </a:cubicBezTo>
                <a:cubicBezTo>
                  <a:pt x="5789093" y="3955134"/>
                  <a:pt x="5803588" y="3958525"/>
                  <a:pt x="5820843" y="3958525"/>
                </a:cubicBezTo>
                <a:cubicBezTo>
                  <a:pt x="5861471" y="3958525"/>
                  <a:pt x="5889011" y="3932556"/>
                  <a:pt x="5903465" y="3880618"/>
                </a:cubicBezTo>
                <a:cubicBezTo>
                  <a:pt x="5914161" y="3842659"/>
                  <a:pt x="5919279" y="3782253"/>
                  <a:pt x="5918819" y="3699397"/>
                </a:cubicBezTo>
                <a:cubicBezTo>
                  <a:pt x="5918353" y="3638935"/>
                  <a:pt x="5918119" y="3591263"/>
                  <a:pt x="5918119" y="3556380"/>
                </a:cubicBezTo>
                <a:lnTo>
                  <a:pt x="5918119" y="3328929"/>
                </a:lnTo>
                <a:cubicBezTo>
                  <a:pt x="5918578" y="3245162"/>
                  <a:pt x="5923378" y="3191768"/>
                  <a:pt x="5932517" y="3168744"/>
                </a:cubicBezTo>
                <a:cubicBezTo>
                  <a:pt x="5938076" y="3155543"/>
                  <a:pt x="5942775" y="3147197"/>
                  <a:pt x="5946610" y="3143706"/>
                </a:cubicBezTo>
                <a:cubicBezTo>
                  <a:pt x="5950446" y="3140215"/>
                  <a:pt x="5958379" y="3135863"/>
                  <a:pt x="5970409" y="3130653"/>
                </a:cubicBezTo>
                <a:cubicBezTo>
                  <a:pt x="6011363" y="3112633"/>
                  <a:pt x="6031839" y="3085467"/>
                  <a:pt x="6031839" y="3049154"/>
                </a:cubicBezTo>
                <a:cubicBezTo>
                  <a:pt x="6031839" y="3006014"/>
                  <a:pt x="6006863" y="2976843"/>
                  <a:pt x="5956912" y="2961640"/>
                </a:cubicBezTo>
                <a:cubicBezTo>
                  <a:pt x="5928507" y="2952819"/>
                  <a:pt x="5878500" y="2948409"/>
                  <a:pt x="5806889" y="2948409"/>
                </a:cubicBezTo>
                <a:cubicBezTo>
                  <a:pt x="5751779" y="2948409"/>
                  <a:pt x="5712601" y="2950885"/>
                  <a:pt x="5689356" y="2955836"/>
                </a:cubicBezTo>
                <a:cubicBezTo>
                  <a:pt x="5628456" y="2968548"/>
                  <a:pt x="5598006" y="2998261"/>
                  <a:pt x="5598006" y="3044973"/>
                </a:cubicBezTo>
                <a:cubicBezTo>
                  <a:pt x="5598006" y="3064171"/>
                  <a:pt x="5602509" y="3079824"/>
                  <a:pt x="5611515" y="3091933"/>
                </a:cubicBezTo>
                <a:cubicBezTo>
                  <a:pt x="5620521" y="3104040"/>
                  <a:pt x="5632529" y="3112804"/>
                  <a:pt x="5647539" y="3118222"/>
                </a:cubicBezTo>
                <a:cubicBezTo>
                  <a:pt x="5671584" y="3131601"/>
                  <a:pt x="5686667" y="3147673"/>
                  <a:pt x="5692786" y="3166437"/>
                </a:cubicBezTo>
                <a:cubicBezTo>
                  <a:pt x="5698905" y="3185202"/>
                  <a:pt x="5701964" y="3223088"/>
                  <a:pt x="5701964" y="3280096"/>
                </a:cubicBezTo>
                <a:cubicBezTo>
                  <a:pt x="5701964" y="3322236"/>
                  <a:pt x="5694615" y="3343306"/>
                  <a:pt x="5679916" y="3343306"/>
                </a:cubicBezTo>
                <a:cubicBezTo>
                  <a:pt x="5669316" y="3343306"/>
                  <a:pt x="5649095" y="3330304"/>
                  <a:pt x="5619253" y="3304302"/>
                </a:cubicBezTo>
                <a:lnTo>
                  <a:pt x="5271811" y="3000110"/>
                </a:lnTo>
                <a:cubicBezTo>
                  <a:pt x="5247418" y="2978651"/>
                  <a:pt x="5225725" y="2964670"/>
                  <a:pt x="5206735" y="2958166"/>
                </a:cubicBezTo>
                <a:cubicBezTo>
                  <a:pt x="5187744" y="2951661"/>
                  <a:pt x="5158954" y="2948409"/>
                  <a:pt x="5120366" y="2948409"/>
                </a:cubicBezTo>
                <a:close/>
                <a:moveTo>
                  <a:pt x="2787508" y="2947720"/>
                </a:moveTo>
                <a:cubicBezTo>
                  <a:pt x="2731255" y="2947720"/>
                  <a:pt x="2675870" y="2953216"/>
                  <a:pt x="2621353" y="2964209"/>
                </a:cubicBezTo>
                <a:cubicBezTo>
                  <a:pt x="2522628" y="2983852"/>
                  <a:pt x="2473265" y="3021005"/>
                  <a:pt x="2473265" y="3075671"/>
                </a:cubicBezTo>
                <a:cubicBezTo>
                  <a:pt x="2473265" y="3101252"/>
                  <a:pt x="2484543" y="3119426"/>
                  <a:pt x="2507099" y="3130197"/>
                </a:cubicBezTo>
                <a:cubicBezTo>
                  <a:pt x="2538349" y="3145822"/>
                  <a:pt x="2556919" y="3158847"/>
                  <a:pt x="2562808" y="3169273"/>
                </a:cubicBezTo>
                <a:cubicBezTo>
                  <a:pt x="2568697" y="3179698"/>
                  <a:pt x="2571408" y="3203616"/>
                  <a:pt x="2570941" y="3241026"/>
                </a:cubicBezTo>
                <a:cubicBezTo>
                  <a:pt x="2570941" y="3257274"/>
                  <a:pt x="2571872" y="3321142"/>
                  <a:pt x="2573732" y="3432631"/>
                </a:cubicBezTo>
                <a:cubicBezTo>
                  <a:pt x="2574199" y="3454957"/>
                  <a:pt x="2574433" y="3474111"/>
                  <a:pt x="2574433" y="3490092"/>
                </a:cubicBezTo>
                <a:cubicBezTo>
                  <a:pt x="2574433" y="3576786"/>
                  <a:pt x="2571019" y="3646774"/>
                  <a:pt x="2564192" y="3700053"/>
                </a:cubicBezTo>
                <a:cubicBezTo>
                  <a:pt x="2561443" y="3723921"/>
                  <a:pt x="2557971" y="3739863"/>
                  <a:pt x="2553780" y="3747880"/>
                </a:cubicBezTo>
                <a:cubicBezTo>
                  <a:pt x="2549588" y="3755896"/>
                  <a:pt x="2544294" y="3761969"/>
                  <a:pt x="2537897" y="3766097"/>
                </a:cubicBezTo>
                <a:cubicBezTo>
                  <a:pt x="2507158" y="3781100"/>
                  <a:pt x="2487189" y="3793775"/>
                  <a:pt x="2477990" y="3804123"/>
                </a:cubicBezTo>
                <a:cubicBezTo>
                  <a:pt x="2468792" y="3814470"/>
                  <a:pt x="2464193" y="3829099"/>
                  <a:pt x="2464193" y="3848007"/>
                </a:cubicBezTo>
                <a:cubicBezTo>
                  <a:pt x="2464193" y="3867161"/>
                  <a:pt x="2471169" y="3884261"/>
                  <a:pt x="2485123" y="3899308"/>
                </a:cubicBezTo>
                <a:cubicBezTo>
                  <a:pt x="2499077" y="3914355"/>
                  <a:pt x="2514426" y="3924373"/>
                  <a:pt x="2531170" y="3929361"/>
                </a:cubicBezTo>
                <a:cubicBezTo>
                  <a:pt x="2587423" y="3948337"/>
                  <a:pt x="2654493" y="3957825"/>
                  <a:pt x="2732382" y="3957825"/>
                </a:cubicBezTo>
                <a:cubicBezTo>
                  <a:pt x="2817973" y="3957825"/>
                  <a:pt x="2885350" y="3948448"/>
                  <a:pt x="2934517" y="3929695"/>
                </a:cubicBezTo>
                <a:cubicBezTo>
                  <a:pt x="2983683" y="3910942"/>
                  <a:pt x="3008266" y="3882086"/>
                  <a:pt x="3008266" y="3843126"/>
                </a:cubicBezTo>
                <a:cubicBezTo>
                  <a:pt x="3008266" y="3812328"/>
                  <a:pt x="2996502" y="3790210"/>
                  <a:pt x="2972976" y="3776771"/>
                </a:cubicBezTo>
                <a:cubicBezTo>
                  <a:pt x="2955000" y="3765808"/>
                  <a:pt x="2943704" y="3756973"/>
                  <a:pt x="2939086" y="3750265"/>
                </a:cubicBezTo>
                <a:cubicBezTo>
                  <a:pt x="2926597" y="3730733"/>
                  <a:pt x="2920352" y="3695639"/>
                  <a:pt x="2920352" y="3644984"/>
                </a:cubicBezTo>
                <a:cubicBezTo>
                  <a:pt x="2920352" y="3612362"/>
                  <a:pt x="2921671" y="3585548"/>
                  <a:pt x="2924310" y="3564541"/>
                </a:cubicBezTo>
                <a:cubicBezTo>
                  <a:pt x="2925948" y="3551822"/>
                  <a:pt x="2928687" y="3544709"/>
                  <a:pt x="2932526" y="3543205"/>
                </a:cubicBezTo>
                <a:cubicBezTo>
                  <a:pt x="2953941" y="3534495"/>
                  <a:pt x="3005138" y="3530140"/>
                  <a:pt x="3086117" y="3530140"/>
                </a:cubicBezTo>
                <a:cubicBezTo>
                  <a:pt x="3118873" y="3530140"/>
                  <a:pt x="3138061" y="3532420"/>
                  <a:pt x="3143683" y="3536978"/>
                </a:cubicBezTo>
                <a:cubicBezTo>
                  <a:pt x="3149305" y="3541537"/>
                  <a:pt x="3152117" y="3556143"/>
                  <a:pt x="3152117" y="3580796"/>
                </a:cubicBezTo>
                <a:cubicBezTo>
                  <a:pt x="3152117" y="3636293"/>
                  <a:pt x="3148225" y="3682197"/>
                  <a:pt x="3140442" y="3718510"/>
                </a:cubicBezTo>
                <a:cubicBezTo>
                  <a:pt x="3135743" y="3738768"/>
                  <a:pt x="3131503" y="3751777"/>
                  <a:pt x="3127723" y="3757536"/>
                </a:cubicBezTo>
                <a:cubicBezTo>
                  <a:pt x="3123943" y="3763295"/>
                  <a:pt x="3116378" y="3769303"/>
                  <a:pt x="3105030" y="3775559"/>
                </a:cubicBezTo>
                <a:cubicBezTo>
                  <a:pt x="3072697" y="3793097"/>
                  <a:pt x="3056531" y="3817943"/>
                  <a:pt x="3056531" y="3850098"/>
                </a:cubicBezTo>
                <a:cubicBezTo>
                  <a:pt x="3056531" y="3887760"/>
                  <a:pt x="3077330" y="3915234"/>
                  <a:pt x="3118928" y="3932519"/>
                </a:cubicBezTo>
                <a:cubicBezTo>
                  <a:pt x="3159903" y="3949390"/>
                  <a:pt x="3222920" y="3957825"/>
                  <a:pt x="3307976" y="3957825"/>
                </a:cubicBezTo>
                <a:cubicBezTo>
                  <a:pt x="3404262" y="3957825"/>
                  <a:pt x="3475476" y="3949030"/>
                  <a:pt x="3521618" y="3931441"/>
                </a:cubicBezTo>
                <a:cubicBezTo>
                  <a:pt x="3567760" y="3913851"/>
                  <a:pt x="3590831" y="3884180"/>
                  <a:pt x="3590831" y="3842426"/>
                </a:cubicBezTo>
                <a:cubicBezTo>
                  <a:pt x="3590831" y="3817054"/>
                  <a:pt x="3577070" y="3797426"/>
                  <a:pt x="3549548" y="3783542"/>
                </a:cubicBezTo>
                <a:cubicBezTo>
                  <a:pt x="3531217" y="3771838"/>
                  <a:pt x="3520327" y="3764261"/>
                  <a:pt x="3516876" y="3760811"/>
                </a:cubicBezTo>
                <a:cubicBezTo>
                  <a:pt x="3513426" y="3757360"/>
                  <a:pt x="3510170" y="3749890"/>
                  <a:pt x="3507108" y="3738401"/>
                </a:cubicBezTo>
                <a:cubicBezTo>
                  <a:pt x="3500600" y="3714533"/>
                  <a:pt x="3497346" y="3655720"/>
                  <a:pt x="3497346" y="3561962"/>
                </a:cubicBezTo>
                <a:cubicBezTo>
                  <a:pt x="3497346" y="3503145"/>
                  <a:pt x="3498690" y="3429625"/>
                  <a:pt x="3501377" y="3341404"/>
                </a:cubicBezTo>
                <a:cubicBezTo>
                  <a:pt x="3504064" y="3253182"/>
                  <a:pt x="3506364" y="3203056"/>
                  <a:pt x="3508276" y="3191026"/>
                </a:cubicBezTo>
                <a:cubicBezTo>
                  <a:pt x="3511218" y="3172036"/>
                  <a:pt x="3514730" y="3159735"/>
                  <a:pt x="3518811" y="3154124"/>
                </a:cubicBezTo>
                <a:cubicBezTo>
                  <a:pt x="3522891" y="3148512"/>
                  <a:pt x="3531098" y="3142453"/>
                  <a:pt x="3543433" y="3135945"/>
                </a:cubicBezTo>
                <a:cubicBezTo>
                  <a:pt x="3581547" y="3118318"/>
                  <a:pt x="3600604" y="3092646"/>
                  <a:pt x="3600604" y="3058927"/>
                </a:cubicBezTo>
                <a:cubicBezTo>
                  <a:pt x="3600604" y="3019664"/>
                  <a:pt x="3578135" y="2991428"/>
                  <a:pt x="3533198" y="2974221"/>
                </a:cubicBezTo>
                <a:cubicBezTo>
                  <a:pt x="3488261" y="2957013"/>
                  <a:pt x="3422256" y="2948409"/>
                  <a:pt x="3335183" y="2948409"/>
                </a:cubicBezTo>
                <a:cubicBezTo>
                  <a:pt x="3261178" y="2948409"/>
                  <a:pt x="3199370" y="2954372"/>
                  <a:pt x="3149759" y="2966299"/>
                </a:cubicBezTo>
                <a:cubicBezTo>
                  <a:pt x="3123757" y="2972540"/>
                  <a:pt x="3102417" y="2984670"/>
                  <a:pt x="3085739" y="3002689"/>
                </a:cubicBezTo>
                <a:cubicBezTo>
                  <a:pt x="3069061" y="3020709"/>
                  <a:pt x="3060723" y="3041082"/>
                  <a:pt x="3060723" y="3063808"/>
                </a:cubicBezTo>
                <a:cubicBezTo>
                  <a:pt x="3060723" y="3080634"/>
                  <a:pt x="3064811" y="3094156"/>
                  <a:pt x="3072986" y="3104374"/>
                </a:cubicBezTo>
                <a:cubicBezTo>
                  <a:pt x="3081162" y="3114592"/>
                  <a:pt x="3097507" y="3126513"/>
                  <a:pt x="3122019" y="3140137"/>
                </a:cubicBezTo>
                <a:cubicBezTo>
                  <a:pt x="3132033" y="3145881"/>
                  <a:pt x="3139553" y="3159642"/>
                  <a:pt x="3144578" y="3181420"/>
                </a:cubicBezTo>
                <a:cubicBezTo>
                  <a:pt x="3149604" y="3203197"/>
                  <a:pt x="3152117" y="3243995"/>
                  <a:pt x="3152117" y="3303812"/>
                </a:cubicBezTo>
                <a:cubicBezTo>
                  <a:pt x="3152117" y="3318155"/>
                  <a:pt x="3148216" y="3327044"/>
                  <a:pt x="3140414" y="3330480"/>
                </a:cubicBezTo>
                <a:cubicBezTo>
                  <a:pt x="3132613" y="3333915"/>
                  <a:pt x="3105675" y="3335633"/>
                  <a:pt x="3059599" y="3335633"/>
                </a:cubicBezTo>
                <a:cubicBezTo>
                  <a:pt x="3005460" y="3335633"/>
                  <a:pt x="2972569" y="3335253"/>
                  <a:pt x="2960928" y="3334494"/>
                </a:cubicBezTo>
                <a:cubicBezTo>
                  <a:pt x="2949287" y="3333734"/>
                  <a:pt x="2941384" y="3331964"/>
                  <a:pt x="2937218" y="3329185"/>
                </a:cubicBezTo>
                <a:cubicBezTo>
                  <a:pt x="2928768" y="3323981"/>
                  <a:pt x="2924543" y="3307618"/>
                  <a:pt x="2924543" y="3280096"/>
                </a:cubicBezTo>
                <a:cubicBezTo>
                  <a:pt x="2924543" y="3225542"/>
                  <a:pt x="2926632" y="3190509"/>
                  <a:pt x="2930808" y="3174999"/>
                </a:cubicBezTo>
                <a:cubicBezTo>
                  <a:pt x="2934985" y="3159488"/>
                  <a:pt x="2946850" y="3145292"/>
                  <a:pt x="2966404" y="3132409"/>
                </a:cubicBezTo>
                <a:cubicBezTo>
                  <a:pt x="2984357" y="3122469"/>
                  <a:pt x="2997799" y="3111359"/>
                  <a:pt x="3006731" y="3099076"/>
                </a:cubicBezTo>
                <a:cubicBezTo>
                  <a:pt x="3015663" y="3086794"/>
                  <a:pt x="3020129" y="3071083"/>
                  <a:pt x="3020129" y="3051945"/>
                </a:cubicBezTo>
                <a:cubicBezTo>
                  <a:pt x="3020129" y="2982461"/>
                  <a:pt x="2942589" y="2947720"/>
                  <a:pt x="2787508" y="2947720"/>
                </a:cubicBezTo>
                <a:close/>
                <a:moveTo>
                  <a:pt x="9252668" y="2943528"/>
                </a:moveTo>
                <a:cubicBezTo>
                  <a:pt x="9173988" y="2943528"/>
                  <a:pt x="9102050" y="2955992"/>
                  <a:pt x="9036858" y="2980919"/>
                </a:cubicBezTo>
                <a:cubicBezTo>
                  <a:pt x="8939676" y="3017299"/>
                  <a:pt x="8862406" y="3074207"/>
                  <a:pt x="8805049" y="3151645"/>
                </a:cubicBezTo>
                <a:cubicBezTo>
                  <a:pt x="8740480" y="3238695"/>
                  <a:pt x="8708196" y="3339188"/>
                  <a:pt x="8708196" y="3453123"/>
                </a:cubicBezTo>
                <a:cubicBezTo>
                  <a:pt x="8708196" y="3551351"/>
                  <a:pt x="8733283" y="3641081"/>
                  <a:pt x="8783456" y="3722313"/>
                </a:cubicBezTo>
                <a:cubicBezTo>
                  <a:pt x="8835240" y="3806695"/>
                  <a:pt x="8906850" y="3869711"/>
                  <a:pt x="8998288" y="3911361"/>
                </a:cubicBezTo>
                <a:cubicBezTo>
                  <a:pt x="9073405" y="3945591"/>
                  <a:pt x="9152384" y="3962706"/>
                  <a:pt x="9235224" y="3962706"/>
                </a:cubicBezTo>
                <a:cubicBezTo>
                  <a:pt x="9298192" y="3962706"/>
                  <a:pt x="9360837" y="3952718"/>
                  <a:pt x="9423160" y="3932742"/>
                </a:cubicBezTo>
                <a:cubicBezTo>
                  <a:pt x="9525406" y="3899616"/>
                  <a:pt x="9607972" y="3845413"/>
                  <a:pt x="9670858" y="3770133"/>
                </a:cubicBezTo>
                <a:cubicBezTo>
                  <a:pt x="9745752" y="3680837"/>
                  <a:pt x="9783200" y="3579584"/>
                  <a:pt x="9783200" y="3466376"/>
                </a:cubicBezTo>
                <a:cubicBezTo>
                  <a:pt x="9783200" y="3390021"/>
                  <a:pt x="9764283" y="3313526"/>
                  <a:pt x="9726451" y="3236890"/>
                </a:cubicBezTo>
                <a:cubicBezTo>
                  <a:pt x="9687877" y="3160224"/>
                  <a:pt x="9639352" y="3101700"/>
                  <a:pt x="9580876" y="3061318"/>
                </a:cubicBezTo>
                <a:cubicBezTo>
                  <a:pt x="9484812" y="2982791"/>
                  <a:pt x="9375410" y="2943528"/>
                  <a:pt x="9252668" y="2943528"/>
                </a:cubicBezTo>
                <a:close/>
                <a:moveTo>
                  <a:pt x="2269514" y="2941438"/>
                </a:moveTo>
                <a:cubicBezTo>
                  <a:pt x="2257950" y="2941438"/>
                  <a:pt x="2243200" y="2943832"/>
                  <a:pt x="2225262" y="2948620"/>
                </a:cubicBezTo>
                <a:cubicBezTo>
                  <a:pt x="2195739" y="2957056"/>
                  <a:pt x="2163995" y="2961870"/>
                  <a:pt x="2130032" y="2963063"/>
                </a:cubicBezTo>
                <a:lnTo>
                  <a:pt x="1756706" y="2963063"/>
                </a:lnTo>
                <a:cubicBezTo>
                  <a:pt x="1735588" y="2963063"/>
                  <a:pt x="1717346" y="2962172"/>
                  <a:pt x="1701981" y="2960389"/>
                </a:cubicBezTo>
                <a:cubicBezTo>
                  <a:pt x="1686615" y="2958606"/>
                  <a:pt x="1668069" y="2955503"/>
                  <a:pt x="1646344" y="2951078"/>
                </a:cubicBezTo>
                <a:cubicBezTo>
                  <a:pt x="1630585" y="2947438"/>
                  <a:pt x="1617606" y="2945618"/>
                  <a:pt x="1607407" y="2945618"/>
                </a:cubicBezTo>
                <a:cubicBezTo>
                  <a:pt x="1568144" y="2945618"/>
                  <a:pt x="1529403" y="2971269"/>
                  <a:pt x="1491185" y="3022570"/>
                </a:cubicBezTo>
                <a:cubicBezTo>
                  <a:pt x="1468725" y="3052671"/>
                  <a:pt x="1450689" y="3085836"/>
                  <a:pt x="1437077" y="3122064"/>
                </a:cubicBezTo>
                <a:cubicBezTo>
                  <a:pt x="1423464" y="3158291"/>
                  <a:pt x="1416658" y="3191664"/>
                  <a:pt x="1416658" y="3222180"/>
                </a:cubicBezTo>
                <a:cubicBezTo>
                  <a:pt x="1416658" y="3255143"/>
                  <a:pt x="1426058" y="3282500"/>
                  <a:pt x="1444860" y="3304251"/>
                </a:cubicBezTo>
                <a:cubicBezTo>
                  <a:pt x="1463661" y="3326003"/>
                  <a:pt x="1487842" y="3336879"/>
                  <a:pt x="1517402" y="3336879"/>
                </a:cubicBezTo>
                <a:cubicBezTo>
                  <a:pt x="1543123" y="3336879"/>
                  <a:pt x="1569103" y="3326846"/>
                  <a:pt x="1595343" y="3306781"/>
                </a:cubicBezTo>
                <a:cubicBezTo>
                  <a:pt x="1617113" y="3290074"/>
                  <a:pt x="1643864" y="3257566"/>
                  <a:pt x="1675596" y="3209260"/>
                </a:cubicBezTo>
                <a:cubicBezTo>
                  <a:pt x="1690065" y="3187364"/>
                  <a:pt x="1703615" y="3176417"/>
                  <a:pt x="1716246" y="3176417"/>
                </a:cubicBezTo>
                <a:cubicBezTo>
                  <a:pt x="1724325" y="3176417"/>
                  <a:pt x="1730950" y="3183432"/>
                  <a:pt x="1736120" y="3197464"/>
                </a:cubicBezTo>
                <a:cubicBezTo>
                  <a:pt x="1741290" y="3211495"/>
                  <a:pt x="1743875" y="3238339"/>
                  <a:pt x="1743875" y="3277995"/>
                </a:cubicBezTo>
                <a:cubicBezTo>
                  <a:pt x="1743875" y="3337160"/>
                  <a:pt x="1742256" y="3407107"/>
                  <a:pt x="1739016" y="3487834"/>
                </a:cubicBezTo>
                <a:cubicBezTo>
                  <a:pt x="1735777" y="3568562"/>
                  <a:pt x="1732279" y="3627246"/>
                  <a:pt x="1728521" y="3663885"/>
                </a:cubicBezTo>
                <a:cubicBezTo>
                  <a:pt x="1724496" y="3703259"/>
                  <a:pt x="1719744" y="3728804"/>
                  <a:pt x="1714267" y="3740519"/>
                </a:cubicBezTo>
                <a:cubicBezTo>
                  <a:pt x="1708789" y="3752235"/>
                  <a:pt x="1697982" y="3760427"/>
                  <a:pt x="1681845" y="3765097"/>
                </a:cubicBezTo>
                <a:cubicBezTo>
                  <a:pt x="1654731" y="3773413"/>
                  <a:pt x="1638564" y="3779017"/>
                  <a:pt x="1633346" y="3781908"/>
                </a:cubicBezTo>
                <a:cubicBezTo>
                  <a:pt x="1611680" y="3795754"/>
                  <a:pt x="1600847" y="3814763"/>
                  <a:pt x="1600847" y="3838935"/>
                </a:cubicBezTo>
                <a:cubicBezTo>
                  <a:pt x="1600847" y="3881178"/>
                  <a:pt x="1627524" y="3911283"/>
                  <a:pt x="1680878" y="3929250"/>
                </a:cubicBezTo>
                <a:cubicBezTo>
                  <a:pt x="1737997" y="3948767"/>
                  <a:pt x="1825137" y="3958525"/>
                  <a:pt x="1942296" y="3958525"/>
                </a:cubicBezTo>
                <a:cubicBezTo>
                  <a:pt x="2038271" y="3958525"/>
                  <a:pt x="2110919" y="3949673"/>
                  <a:pt x="2160241" y="3931969"/>
                </a:cubicBezTo>
                <a:cubicBezTo>
                  <a:pt x="2209563" y="3914264"/>
                  <a:pt x="2234224" y="3885347"/>
                  <a:pt x="2234224" y="3845217"/>
                </a:cubicBezTo>
                <a:cubicBezTo>
                  <a:pt x="2234224" y="3824899"/>
                  <a:pt x="2228715" y="3808948"/>
                  <a:pt x="2217696" y="3797363"/>
                </a:cubicBezTo>
                <a:cubicBezTo>
                  <a:pt x="2206678" y="3785777"/>
                  <a:pt x="2180833" y="3773728"/>
                  <a:pt x="2140161" y="3761216"/>
                </a:cubicBezTo>
                <a:cubicBezTo>
                  <a:pt x="2133883" y="3753767"/>
                  <a:pt x="2127175" y="3742308"/>
                  <a:pt x="2120036" y="3726838"/>
                </a:cubicBezTo>
                <a:cubicBezTo>
                  <a:pt x="2112898" y="3711368"/>
                  <a:pt x="2109329" y="3684547"/>
                  <a:pt x="2109329" y="3646373"/>
                </a:cubicBezTo>
                <a:lnTo>
                  <a:pt x="2109329" y="3255669"/>
                </a:lnTo>
                <a:cubicBezTo>
                  <a:pt x="2109329" y="3224685"/>
                  <a:pt x="2112089" y="3203847"/>
                  <a:pt x="2117607" y="3193155"/>
                </a:cubicBezTo>
                <a:cubicBezTo>
                  <a:pt x="2123126" y="3182463"/>
                  <a:pt x="2131433" y="3177117"/>
                  <a:pt x="2142529" y="3177117"/>
                </a:cubicBezTo>
                <a:cubicBezTo>
                  <a:pt x="2150935" y="3177117"/>
                  <a:pt x="2158653" y="3180630"/>
                  <a:pt x="2165684" y="3187657"/>
                </a:cubicBezTo>
                <a:cubicBezTo>
                  <a:pt x="2172714" y="3194684"/>
                  <a:pt x="2183045" y="3210721"/>
                  <a:pt x="2196677" y="3235767"/>
                </a:cubicBezTo>
                <a:cubicBezTo>
                  <a:pt x="2216556" y="3271902"/>
                  <a:pt x="2236529" y="3297556"/>
                  <a:pt x="2256594" y="3312730"/>
                </a:cubicBezTo>
                <a:cubicBezTo>
                  <a:pt x="2276660" y="3327902"/>
                  <a:pt x="2300731" y="3335489"/>
                  <a:pt x="2328809" y="3335489"/>
                </a:cubicBezTo>
                <a:cubicBezTo>
                  <a:pt x="2358406" y="3335489"/>
                  <a:pt x="2383690" y="3327621"/>
                  <a:pt x="2404660" y="3311884"/>
                </a:cubicBezTo>
                <a:cubicBezTo>
                  <a:pt x="2433360" y="3290225"/>
                  <a:pt x="2447710" y="3256836"/>
                  <a:pt x="2447710" y="3211718"/>
                </a:cubicBezTo>
                <a:cubicBezTo>
                  <a:pt x="2447710" y="3150291"/>
                  <a:pt x="2428781" y="3089888"/>
                  <a:pt x="2390923" y="3030508"/>
                </a:cubicBezTo>
                <a:cubicBezTo>
                  <a:pt x="2353064" y="2971128"/>
                  <a:pt x="2312594" y="2941438"/>
                  <a:pt x="2269514" y="2941438"/>
                </a:cubicBezTo>
                <a:close/>
                <a:moveTo>
                  <a:pt x="4175812" y="2939347"/>
                </a:moveTo>
                <a:cubicBezTo>
                  <a:pt x="4122146" y="2939347"/>
                  <a:pt x="4077891" y="2957022"/>
                  <a:pt x="4043046" y="2992372"/>
                </a:cubicBezTo>
                <a:cubicBezTo>
                  <a:pt x="4025827" y="3009072"/>
                  <a:pt x="4014769" y="3026046"/>
                  <a:pt x="4009874" y="3043294"/>
                </a:cubicBezTo>
                <a:cubicBezTo>
                  <a:pt x="4004978" y="3060543"/>
                  <a:pt x="4002293" y="3089940"/>
                  <a:pt x="4001818" y="3131486"/>
                </a:cubicBezTo>
                <a:cubicBezTo>
                  <a:pt x="4001374" y="3167221"/>
                  <a:pt x="3995074" y="3204468"/>
                  <a:pt x="3982917" y="3243227"/>
                </a:cubicBezTo>
                <a:cubicBezTo>
                  <a:pt x="3970761" y="3281986"/>
                  <a:pt x="3946733" y="3340488"/>
                  <a:pt x="3910835" y="3418733"/>
                </a:cubicBezTo>
                <a:lnTo>
                  <a:pt x="3812459" y="3634321"/>
                </a:lnTo>
                <a:cubicBezTo>
                  <a:pt x="3784063" y="3696607"/>
                  <a:pt x="3762719" y="3736600"/>
                  <a:pt x="3748428" y="3754301"/>
                </a:cubicBezTo>
                <a:cubicBezTo>
                  <a:pt x="3734137" y="3772001"/>
                  <a:pt x="3713104" y="3785766"/>
                  <a:pt x="3685330" y="3795595"/>
                </a:cubicBezTo>
                <a:cubicBezTo>
                  <a:pt x="3664435" y="3802911"/>
                  <a:pt x="3649399" y="3811602"/>
                  <a:pt x="3640223" y="3821668"/>
                </a:cubicBezTo>
                <a:cubicBezTo>
                  <a:pt x="3631046" y="3831734"/>
                  <a:pt x="3626458" y="3845862"/>
                  <a:pt x="3626458" y="3864051"/>
                </a:cubicBezTo>
                <a:cubicBezTo>
                  <a:pt x="3626458" y="3904271"/>
                  <a:pt x="3643903" y="3929610"/>
                  <a:pt x="3678793" y="3940069"/>
                </a:cubicBezTo>
                <a:cubicBezTo>
                  <a:pt x="3719657" y="3951906"/>
                  <a:pt x="3778584" y="3957825"/>
                  <a:pt x="3855577" y="3957825"/>
                </a:cubicBezTo>
                <a:cubicBezTo>
                  <a:pt x="3998102" y="3957825"/>
                  <a:pt x="4069363" y="3925407"/>
                  <a:pt x="4069363" y="3860571"/>
                </a:cubicBezTo>
                <a:cubicBezTo>
                  <a:pt x="4069363" y="3828520"/>
                  <a:pt x="4049636" y="3807032"/>
                  <a:pt x="4010179" y="3796106"/>
                </a:cubicBezTo>
                <a:cubicBezTo>
                  <a:pt x="3994147" y="3790273"/>
                  <a:pt x="3985467" y="3786850"/>
                  <a:pt x="3984141" y="3785838"/>
                </a:cubicBezTo>
                <a:cubicBezTo>
                  <a:pt x="3982813" y="3784827"/>
                  <a:pt x="3982150" y="3781363"/>
                  <a:pt x="3982150" y="3775448"/>
                </a:cubicBezTo>
                <a:cubicBezTo>
                  <a:pt x="3982150" y="3766264"/>
                  <a:pt x="3984429" y="3756736"/>
                  <a:pt x="3988988" y="3746862"/>
                </a:cubicBezTo>
                <a:cubicBezTo>
                  <a:pt x="3993547" y="3736989"/>
                  <a:pt x="3998157" y="3730596"/>
                  <a:pt x="4002820" y="3727683"/>
                </a:cubicBezTo>
                <a:cubicBezTo>
                  <a:pt x="4012745" y="3721575"/>
                  <a:pt x="4047152" y="3718521"/>
                  <a:pt x="4106044" y="3718521"/>
                </a:cubicBezTo>
                <a:cubicBezTo>
                  <a:pt x="4178195" y="3718521"/>
                  <a:pt x="4233424" y="3721164"/>
                  <a:pt x="4271732" y="3726449"/>
                </a:cubicBezTo>
                <a:cubicBezTo>
                  <a:pt x="4303419" y="3731141"/>
                  <a:pt x="4319263" y="3744917"/>
                  <a:pt x="4319263" y="3767776"/>
                </a:cubicBezTo>
                <a:cubicBezTo>
                  <a:pt x="4319263" y="3778724"/>
                  <a:pt x="4311521" y="3786833"/>
                  <a:pt x="4296036" y="3792104"/>
                </a:cubicBezTo>
                <a:cubicBezTo>
                  <a:pt x="4274325" y="3799345"/>
                  <a:pt x="4258816" y="3807923"/>
                  <a:pt x="4249506" y="3817837"/>
                </a:cubicBezTo>
                <a:cubicBezTo>
                  <a:pt x="4240195" y="3827751"/>
                  <a:pt x="4235540" y="3841529"/>
                  <a:pt x="4235540" y="3859170"/>
                </a:cubicBezTo>
                <a:cubicBezTo>
                  <a:pt x="4235540" y="3881511"/>
                  <a:pt x="4243647" y="3900240"/>
                  <a:pt x="4259857" y="3915358"/>
                </a:cubicBezTo>
                <a:cubicBezTo>
                  <a:pt x="4276068" y="3930475"/>
                  <a:pt x="4303037" y="3940443"/>
                  <a:pt x="4340766" y="3945261"/>
                </a:cubicBezTo>
                <a:cubicBezTo>
                  <a:pt x="4379866" y="3954104"/>
                  <a:pt x="4452792" y="3958525"/>
                  <a:pt x="4559544" y="3958525"/>
                </a:cubicBezTo>
                <a:cubicBezTo>
                  <a:pt x="4654609" y="3958525"/>
                  <a:pt x="4724587" y="3950364"/>
                  <a:pt x="4769478" y="3934042"/>
                </a:cubicBezTo>
                <a:cubicBezTo>
                  <a:pt x="4814372" y="3917720"/>
                  <a:pt x="4836818" y="3889276"/>
                  <a:pt x="4836818" y="3848708"/>
                </a:cubicBezTo>
                <a:cubicBezTo>
                  <a:pt x="4836818" y="3811831"/>
                  <a:pt x="4816990" y="3790365"/>
                  <a:pt x="4777334" y="3784309"/>
                </a:cubicBezTo>
                <a:cubicBezTo>
                  <a:pt x="4760939" y="3781656"/>
                  <a:pt x="4749458" y="3777136"/>
                  <a:pt x="4742895" y="3770751"/>
                </a:cubicBezTo>
                <a:cubicBezTo>
                  <a:pt x="4736331" y="3764365"/>
                  <a:pt x="4727093" y="3748812"/>
                  <a:pt x="4715181" y="3724092"/>
                </a:cubicBezTo>
                <a:lnTo>
                  <a:pt x="4583316" y="3441537"/>
                </a:lnTo>
                <a:cubicBezTo>
                  <a:pt x="4469047" y="3197538"/>
                  <a:pt x="4381290" y="3049699"/>
                  <a:pt x="4320041" y="2998020"/>
                </a:cubicBezTo>
                <a:cubicBezTo>
                  <a:pt x="4274485" y="2958905"/>
                  <a:pt x="4226409" y="2939347"/>
                  <a:pt x="4175812" y="2939347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65000"/>
                  <a:tint val="66000"/>
                  <a:satMod val="160000"/>
                </a:schemeClr>
              </a:gs>
              <a:gs pos="50000">
                <a:schemeClr val="bg1">
                  <a:lumMod val="65000"/>
                  <a:tint val="44500"/>
                  <a:satMod val="160000"/>
                </a:schemeClr>
              </a:gs>
              <a:gs pos="100000">
                <a:schemeClr val="bg1">
                  <a:lumMod val="6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2658725" y="2552700"/>
            <a:ext cx="95250" cy="17526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72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4.07407E-6 L -0.94232 0.0018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122" y="9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0 L -0.95156 -0.00278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578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364</TotalTime>
  <Words>641</Words>
  <Application>Microsoft Office PowerPoint</Application>
  <PresentationFormat>Custom</PresentationFormat>
  <Paragraphs>71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TECH NOVA</vt:lpstr>
      <vt:lpstr>Project Objectives</vt:lpstr>
      <vt:lpstr>Website Overview</vt:lpstr>
      <vt:lpstr> Home Page</vt:lpstr>
      <vt:lpstr>Services &amp; Capabilities</vt:lpstr>
      <vt:lpstr>Team &amp; Careers</vt:lpstr>
      <vt:lpstr>Contact Us</vt:lpstr>
      <vt:lpstr>EXCEL DATA &amp; ANALYSIS</vt:lpstr>
      <vt:lpstr>Design Decision</vt:lpstr>
      <vt:lpstr>LIVE DEMO &amp; GITHUB</vt:lpstr>
      <vt:lpstr>REFLECTION &amp; NEXT STEPS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ABC</dc:creator>
  <cp:lastModifiedBy>dell</cp:lastModifiedBy>
  <cp:revision>36</cp:revision>
  <dcterms:created xsi:type="dcterms:W3CDTF">2026-01-03T11:32:18Z</dcterms:created>
  <dcterms:modified xsi:type="dcterms:W3CDTF">2026-01-05T06:25:21Z</dcterms:modified>
</cp:coreProperties>
</file>