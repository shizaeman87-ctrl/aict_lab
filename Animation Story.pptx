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32" d="100"/>
          <a:sy n="32" d="100"/>
        </p:scale>
        <p:origin x="11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CBF4-1A4F-328B-868B-FF59FEACC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74209-462E-80EE-FEEB-5896D22A6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42195-F819-B2AB-CEDA-0F3BE53AB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F06B-2DE6-4726-AF6F-9430A8125D5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DE9B9-5AEC-A35D-F00E-1362171F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D1023-6FD1-ADEE-8320-3D1329A89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1DF6-AAD9-4C80-B5D7-D58582A7AB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694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DB46F-EDBB-F90E-65D3-F429BC9A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2D34A-505F-F9CF-45FD-06D097853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8673-157A-88EE-DC7B-B41FA4FF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F06B-2DE6-4726-AF6F-9430A8125D5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A60B8-CF34-9190-F2B1-19971B7C1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18F71-86EE-21AE-8DA2-9608328C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1DF6-AAD9-4C80-B5D7-D58582A7AB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078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A75F0-ED36-2D11-5CA4-EF723A37B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3E29E-D9DE-3E84-F0D8-C1BEA658F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E5974-70D6-29ED-BA40-2E974EEE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F06B-2DE6-4726-AF6F-9430A8125D5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FF82E-DC6B-E023-09FD-B178B90A0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F0AD5-7028-8B8F-DCDD-40581152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1DF6-AAD9-4C80-B5D7-D58582A7AB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742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B7D4-6B8B-757B-36A8-3B26176E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B6A08-8751-8B45-FC0F-D5F801C67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C82DB-5F33-15F1-93BF-9E743FA44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31CFD-A616-3C25-DD68-C7C67B939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F06B-2DE6-4726-AF6F-9430A8125D5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1A937-7859-F418-E3B0-E781121D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319AD-3795-B966-A4C9-2903867E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1DF6-AAD9-4C80-B5D7-D58582A7AB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097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B4F27-A3C0-7A1F-FF78-56C1B47D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499FD-B1AE-0C4B-1EE0-82A740E73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45AB0-9650-5F4D-5BEE-BB4C8A870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E81D3A-3D12-D01B-82EC-4A0AD46EE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D49FB0-89C8-8B1F-6F17-834DB81C4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6CA670-AA57-22DE-B4A1-8B3B11A3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F06B-2DE6-4726-AF6F-9430A8125D5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C9BA6-6CB2-D36E-1836-D9B4B91C8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C72E8C-B8B1-1BA6-ED6A-1D894ACA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1DF6-AAD9-4C80-B5D7-D58582A7AB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66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AD29-E29A-870F-4012-1702CD452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653F5C-C937-1503-4A25-05A911292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F06B-2DE6-4726-AF6F-9430A8125D5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2AD51-0432-E91E-1A03-1ABB7C756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F7719-7764-0492-0266-F07FDE384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1DF6-AAD9-4C80-B5D7-D58582A7AB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01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F5713-9FBA-4A6B-D564-2FE275A69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F06B-2DE6-4726-AF6F-9430A8125D5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7F7CC-AE9F-9CBD-0167-51CF7D96E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EC5AD-1BAC-6C94-78C5-248E8217C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1DF6-AAD9-4C80-B5D7-D58582A7AB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45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884FE-CD8D-BA54-D828-FBBB37B8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B0073-05F5-497A-8DA0-1AA6FE801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15498-71FC-1F97-FC69-2434E1C01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9F976-A38A-32E0-365F-0D14618A9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F06B-2DE6-4726-AF6F-9430A8125D5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4DE35-D53E-80EB-B5F8-83600F5B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5FF2D-8AE7-8983-DC04-837F9E05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1DF6-AAD9-4C80-B5D7-D58582A7AB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677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BF29-D2FF-B0A1-7B9B-1C5A1BA5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DAE9-3A69-7804-2C72-0E889F4E8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94AA28-EB0E-B9E1-5C38-EF706CD11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49BAE-F014-D8C0-39D4-64E2C960A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F06B-2DE6-4726-AF6F-9430A8125D5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A9BFF-7910-16DA-3EAB-4CCAC8C6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D70F5-BDDE-6DEE-055A-E93C3BCF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1DF6-AAD9-4C80-B5D7-D58582A7AB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787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5BD5F-B3C1-9020-2BA2-2B1BA4B6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35895-2188-2FA2-4E53-5507D9A0E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95D05-4B2B-9EC9-3C3B-2BB50B56E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F06B-2DE6-4726-AF6F-9430A8125D5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A8EEB-5628-5F0C-7240-23D2497D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008F3-824D-477B-27B7-6D7A4FBE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1DF6-AAD9-4C80-B5D7-D58582A7AB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133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6C361D-8BFA-8781-251D-37BE7B68B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7C32F-ADAD-A844-B841-152596D07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6216E-78AE-F769-B2A0-28FC8E2E6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F06B-2DE6-4726-AF6F-9430A8125D5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C77ED-16B0-4433-240F-B0FC98BB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335E4-2D1E-22FB-76A6-0C45B0D7A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1DF6-AAD9-4C80-B5D7-D58582A7AB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3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A8D74A-CBA6-E422-5FD8-B57A6C97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405BE-0E32-9B73-A732-099445C02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A8557-9CD4-C005-F0E8-5446186B9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5F06B-2DE6-4726-AF6F-9430A8125D5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552EF-284D-C320-D127-5098ADC07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8BF3-19B5-4BCD-D466-16EE59922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11DF6-AAD9-4C80-B5D7-D58582A7AB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5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2D27FC-CD56-2185-3D00-C3BAD8DBE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724147-42AF-949C-9646-B36C95A3F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786" b="94569" l="9585" r="89617">
                        <a14:foregroundMark x1="44249" y1="91693" x2="44249" y2="91693"/>
                        <a14:foregroundMark x1="45527" y1="85144" x2="37700" y2="92492"/>
                        <a14:foregroundMark x1="62939" y1="94249" x2="64696" y2="94728"/>
                        <a14:foregroundMark x1="69010" y1="30032" x2="64217" y2="36102"/>
                        <a14:foregroundMark x1="69808" y1="30831" x2="68211" y2="39617"/>
                        <a14:foregroundMark x1="69010" y1="41374" x2="69010" y2="41374"/>
                        <a14:foregroundMark x1="63419" y1="8786" x2="63419" y2="8786"/>
                        <a14:backgroundMark x1="52556" y1="89936" x2="52556" y2="89936"/>
                        <a14:backgroundMark x1="52556" y1="89936" x2="52556" y2="899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7566" y="2753166"/>
            <a:ext cx="2273409" cy="2273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538A13-0DCC-1347-EE3D-C6D6CBC2FE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269" b="89980" l="9735" r="89971">
                        <a14:foregroundMark x1="50737" y1="7269" x2="50737" y2="72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54942">
            <a:off x="9528877" y="2064975"/>
            <a:ext cx="1071955" cy="240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4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9C4DBD-872C-E1B1-D09B-C15E7023D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626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AD07B9-D533-4D3A-9740-E053A0822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4" b="95847" l="9904" r="89936">
                        <a14:foregroundMark x1="38936" y1="88286" x2="37540" y2="89936"/>
                        <a14:foregroundMark x1="42812" y1="83706" x2="42119" y2="84525"/>
                        <a14:foregroundMark x1="37540" y1="89936" x2="46326" y2="95847"/>
                        <a14:foregroundMark x1="46326" y1="95847" x2="48975" y2="89704"/>
                        <a14:foregroundMark x1="47369" y1="84286" x2="46486" y2="83067"/>
                        <a14:foregroundMark x1="68690" y1="28594" x2="74441" y2="35304"/>
                        <a14:foregroundMark x1="74441" y1="35304" x2="73003" y2="42332"/>
                        <a14:foregroundMark x1="73003" y1="42332" x2="65974" y2="48243"/>
                        <a14:foregroundMark x1="65974" y1="48243" x2="57987" y2="45367"/>
                        <a14:foregroundMark x1="57987" y1="45367" x2="56230" y2="45367"/>
                        <a14:foregroundMark x1="27476" y1="43930" x2="35463" y2="46805"/>
                        <a14:foregroundMark x1="35463" y1="46805" x2="42492" y2="46486"/>
                        <a14:foregroundMark x1="42492" y1="46486" x2="42492" y2="46326"/>
                        <a14:backgroundMark x1="51278" y1="88339" x2="51278" y2="86422"/>
                        <a14:backgroundMark x1="49201" y1="85304" x2="50319" y2="86422"/>
                        <a14:backgroundMark x1="38339" y1="84185" x2="41054" y2="85304"/>
                        <a14:backgroundMark x1="49042" y1="86741" x2="49840" y2="89457"/>
                        <a14:backgroundMark x1="48083" y1="83866" x2="49681" y2="86262"/>
                        <a14:backgroundMark x1="40415" y1="83866" x2="38658" y2="881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875" y="3316077"/>
            <a:ext cx="2060154" cy="2060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C44A0F-2A8F-52C2-961D-F304523875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644" b="89980" l="9735" r="89971">
                        <a14:foregroundMark x1="46313" y1="8644" x2="46313" y2="8644"/>
                        <a14:foregroundMark x1="46313" y1="8644" x2="46313" y2="86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65648">
            <a:off x="9167963" y="2601064"/>
            <a:ext cx="1033272" cy="2334608"/>
          </a:xfrm>
          <a:prstGeom prst="rect">
            <a:avLst/>
          </a:prstGeom>
        </p:spPr>
      </p:pic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EEB6E6C7-F8E3-0504-DCCD-5A2509BD1122}"/>
              </a:ext>
            </a:extLst>
          </p:cNvPr>
          <p:cNvSpPr/>
          <p:nvPr/>
        </p:nvSpPr>
        <p:spPr>
          <a:xfrm>
            <a:off x="7634689" y="2188833"/>
            <a:ext cx="4340646" cy="848299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Oh no! My balloon 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flew away!</a:t>
            </a:r>
          </a:p>
        </p:txBody>
      </p:sp>
    </p:spTree>
    <p:extLst>
      <p:ext uri="{BB962C8B-B14F-4D97-AF65-F5344CB8AC3E}">
        <p14:creationId xmlns:p14="http://schemas.microsoft.com/office/powerpoint/2010/main" val="2048558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5 0.00324 L 0.00365 0.00324 L -0.02539 -0.05625 C -0.02773 -0.06112 -0.03021 -0.06598 -0.03255 -0.07084 C -0.03711 -0.07987 -0.04128 -0.08959 -0.04609 -0.09815 C -0.04857 -0.10232 -0.05104 -0.10649 -0.05338 -0.11088 C -0.0556 -0.11505 -0.0569 -0.12107 -0.05963 -0.12385 C -0.06315 -0.12732 -0.06745 -0.12709 -0.07148 -0.12848 C -0.08828 -0.12755 -0.10521 -0.12778 -0.122 -0.12547 C -0.12956 -0.12431 -0.13581 -0.11297 -0.14193 -0.10764 C -0.14961 -0.10116 -0.17174 -0.08936 -0.17812 -0.08681 C -0.18607 -0.0838 -0.1944 -0.08264 -0.20247 -0.08033 C -0.21302 -0.07408 -0.22305 -0.06297 -0.23411 -0.06112 C -0.29935 -0.05024 -0.26601 -0.05417 -0.33437 -0.04977 C -0.34492 -0.05047 -0.35573 -0.047 -0.36601 -0.05139 C -0.38568 -0.05996 -0.38958 -0.0757 -0.40404 -0.09329 C -0.43489 -0.13079 -0.41367 -0.10255 -0.44375 -0.1301 C -0.447 -0.13311 -0.44961 -0.1382 -0.45286 -0.14144 C -0.48385 -0.17223 -0.4763 -0.1632 -0.5043 -0.18473 C -0.50885 -0.18843 -0.51315 -0.19306 -0.51784 -0.19607 C -0.52083 -0.19792 -0.52956 -0.2 -0.5332 -0.20093 C -0.53476 -0.20186 -0.5362 -0.20325 -0.53776 -0.20417 C -0.53958 -0.20487 -0.54154 -0.2044 -0.54323 -0.20579 C -0.54583 -0.20764 -0.54779 -0.21181 -0.55039 -0.21366 C -0.55299 -0.21551 -0.55586 -0.21575 -0.55859 -0.2169 C -0.56068 -0.21783 -0.56276 -0.21875 -0.56484 -0.22014 C -0.5668 -0.22153 -0.56836 -0.22362 -0.57031 -0.225 C -0.572 -0.22616 -0.57396 -0.22709 -0.57565 -0.22825 C -0.57656 -0.22987 -0.57773 -0.23102 -0.57838 -0.23287 C -0.57891 -0.2345 -0.57904 -0.23635 -0.5793 -0.23774 C -0.58021 -0.24167 -0.58125 -0.24537 -0.58203 -0.24908 C -0.58242 -0.2507 -0.58281 -0.25209 -0.58294 -0.25394 C -0.58307 -0.25556 -0.58294 -0.25718 -0.58294 -0.25857 " pathEditMode="relative" ptsTypes="AAAAAAAAAAAAAAAAAAAAAAAAAAAAAAA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A68A02-5E55-EEE7-2129-3D41FA8C5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A6AEC7-CE9D-7E46-FCD7-233AAE224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67" b="99259" l="2353" r="95294">
                        <a14:foregroundMark x1="31765" y1="12963" x2="31765" y2="12963"/>
                        <a14:foregroundMark x1="38824" y1="6667" x2="38824" y2="6667"/>
                        <a14:foregroundMark x1="4118" y1="25185" x2="4118" y2="25185"/>
                        <a14:foregroundMark x1="2647" y1="34444" x2="2647" y2="34444"/>
                        <a14:foregroundMark x1="90588" y1="92593" x2="90588" y2="92593"/>
                        <a14:foregroundMark x1="95588" y1="85926" x2="95588" y2="85926"/>
                        <a14:foregroundMark x1="92647" y1="99259" x2="89118" y2="974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71" y="1681059"/>
            <a:ext cx="2052996" cy="1630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CDAB15-946B-8DED-8F8E-A1428A1772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483" b="89784" l="9735" r="89971">
                        <a14:foregroundMark x1="47493" y1="9430" x2="47493" y2="9430"/>
                        <a14:foregroundMark x1="44248" y1="6483" x2="44248" y2="64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2695" y="1794216"/>
            <a:ext cx="1225387" cy="183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6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87 0.00717 L -0.00287 0.00717 C -0.01381 0.00764 -0.02461 0.0088 -0.03542 0.0088 C -0.05534 0.0088 -0.09779 0.00648 -0.12045 0.00555 C -0.12969 0.0044 -0.13907 0.00255 -0.14844 0.00231 C -0.17761 0.00116 -0.2069 0.00139 -0.23607 0.00069 L -0.29935 -0.00093 L -0.43659 -0.00579 L -0.42396 -0.01204 " pathEditMode="relative" ptsTypes="AAAAAAA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2 -0.02778 L 0.00182 -0.02778 L 0.03607 -0.03912 C 0.05208 -0.04398 0.03464 -0.0368 0.05052 -0.04398 C 0.05417 -0.04722 0.06016 -0.04676 0.06146 -0.05347 C 0.06172 -0.05509 0.06185 -0.05694 0.06237 -0.05833 C 0.06406 -0.06481 0.06641 -0.07083 0.06771 -0.07754 C 0.07083 -0.09421 0.07344 -0.1118 0.08125 -0.1243 C 0.08424 -0.12893 0.0875 -0.13356 0.09036 -0.13866 C 0.09089 -0.13958 0.10586 -0.17222 0.11107 -0.17708 C 0.12526 -0.19028 0.11849 -0.17986 0.12734 -0.18518 C 0.14883 -0.19791 0.12109 -0.18611 0.15182 -0.19653 C 0.1569 -0.19815 0.15391 -0.19791 0.15638 -0.19791 " pathEditMode="relative" ptsTypes="AAAAAAAAAAA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23D5B5-6B4B-8D22-2224-559CD31C4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18B7B2-1C6E-75CD-0C75-39A9951E0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25" b="95048" l="9585" r="89617">
                        <a14:foregroundMark x1="60863" y1="10863" x2="57348" y2="10543"/>
                        <a14:foregroundMark x1="48882" y1="9425" x2="48882" y2="9425"/>
                        <a14:foregroundMark x1="43450" y1="85144" x2="37380" y2="91214"/>
                        <a14:foregroundMark x1="37380" y1="91214" x2="45527" y2="93131"/>
                        <a14:foregroundMark x1="45527" y1="93131" x2="46053" y2="90941"/>
                        <a14:foregroundMark x1="47118" y1="84859" x2="46166" y2="84026"/>
                        <a14:foregroundMark x1="65016" y1="94888" x2="60703" y2="95048"/>
                        <a14:foregroundMark x1="69329" y1="30032" x2="74601" y2="37540"/>
                        <a14:foregroundMark x1="74601" y1="37540" x2="73003" y2="44888"/>
                        <a14:foregroundMark x1="73003" y1="44888" x2="66294" y2="48403"/>
                        <a14:foregroundMark x1="66294" y1="48403" x2="55112" y2="46486"/>
                        <a14:foregroundMark x1="29073" y1="45208" x2="36901" y2="44728"/>
                        <a14:foregroundMark x1="36901" y1="44728" x2="38498" y2="47604"/>
                        <a14:foregroundMark x1="59105" y1="9744" x2="59105" y2="9744"/>
                        <a14:backgroundMark x1="48243" y1="84505" x2="50479" y2="91374"/>
                        <a14:backgroundMark x1="50479" y1="91374" x2="55431" y2="84984"/>
                        <a14:backgroundMark x1="55431" y1="84984" x2="49201" y2="845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338" y="3205908"/>
            <a:ext cx="1983035" cy="1983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4B65E2-2879-FF85-1428-FE986BE596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926" b="98889" l="1471" r="98235">
                        <a14:foregroundMark x1="30294" y1="25556" x2="35588" y2="3704"/>
                        <a14:foregroundMark x1="35588" y1="3704" x2="50882" y2="6296"/>
                        <a14:foregroundMark x1="50882" y1="6296" x2="52353" y2="13333"/>
                        <a14:foregroundMark x1="2059" y1="16667" x2="12647" y2="38148"/>
                        <a14:foregroundMark x1="1471" y1="32593" x2="1471" y2="32593"/>
                        <a14:foregroundMark x1="90294" y1="7037" x2="87647" y2="20370"/>
                        <a14:foregroundMark x1="94706" y1="15556" x2="88824" y2="27778"/>
                        <a14:foregroundMark x1="79118" y1="91852" x2="92941" y2="92222"/>
                        <a14:foregroundMark x1="92941" y1="92222" x2="92647" y2="86296"/>
                        <a14:foregroundMark x1="89706" y1="99259" x2="89118" y2="95926"/>
                        <a14:foregroundMark x1="95294" y1="87778" x2="98235" y2="885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776" y="2875401"/>
            <a:ext cx="832387" cy="6610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889856-1DA4-3964-FD91-6FDC4E53B1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859" b="89980" l="9735" r="89971">
                        <a14:foregroundMark x1="48673" y1="7859" x2="48673" y2="78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088" y="1981255"/>
            <a:ext cx="896345" cy="134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0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86 -1.11111E-6 L -0.00586 -1.11111E-6 C -0.0207 0.0037 -0.03555 0.00625 -0.05026 0.01111 C -0.09336 0.02546 -0.04961 0.01829 -0.0819 0.02245 C -0.08841 0.0257 -0.08815 0.025 -0.09453 0.03033 C -0.09818 0.03357 -0.10156 0.0375 -0.10534 0.04005 C -0.10859 0.04213 -0.12383 0.0456 -0.12617 0.04653 C -0.14701 0.05394 -0.1181 0.04607 -0.1388 0.05139 C -0.14089 0.05324 -0.1543 0.06551 -0.15781 0.06736 C -0.15977 0.06852 -0.16198 0.06829 -0.16406 0.06898 C -0.16628 0.06991 -0.16836 0.07107 -0.17044 0.07222 C -0.17917 0.07732 -0.18763 0.08472 -0.19662 0.0882 C -0.20482 0.09167 -0.21354 0.09074 -0.22188 0.09306 C -0.2237 0.09375 -0.22552 0.09421 -0.22734 0.09468 C -0.2319 0.0963 -0.23633 0.09815 -0.24089 0.09954 C -0.24662 0.10116 -0.26107 0.10232 -0.26524 0.10278 C -0.26745 0.10324 -0.26953 0.1037 -0.27162 0.1044 C -0.27253 0.10463 -0.27344 0.10579 -0.27435 0.10602 C -0.2849 0.10833 -0.29544 0.11019 -0.30599 0.1125 C -0.31042 0.11505 -0.31497 0.11829 -0.31953 0.12037 C -0.32188 0.12153 -0.32435 0.1213 -0.32669 0.12199 C -0.32917 0.12292 -0.33151 0.12431 -0.33399 0.12523 C -0.33659 0.12616 -0.34518 0.12801 -0.34753 0.12847 L -0.36563 0.13333 C -0.36979 0.1382 -0.37188 0.1412 -0.37643 0.14445 C -0.3776 0.14537 -0.37878 0.14583 -0.38008 0.14607 C -0.38763 0.14745 -0.39518 0.14838 -0.4026 0.14931 C -0.40781 0.15 -0.41289 0.15023 -0.41797 0.15093 C -0.4237 0.15185 -0.42943 0.15301 -0.43516 0.15417 C -0.43672 0.15463 -0.43828 0.15509 -0.43971 0.15579 C -0.44974 0.16111 -0.43776 0.1588 -0.45417 0.16227 C -0.45833 0.1632 -0.46263 0.16343 -0.4668 0.16389 C -0.47448 0.16852 -0.47943 0.17153 -0.48854 0.175 C -0.49115 0.17616 -0.49388 0.17616 -0.49662 0.17662 C -0.50599 0.1787 -0.49987 0.17824 -0.50833 0.17824 " pathEditMode="relative" ptsTypes="AAAAAAAAAAAAAAAAAAAAAAAAAAAAAAAAA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04 0.04676 L 0.00404 0.04676 C 0.00065 0.04815 -0.0026 0.05 -0.00599 0.05139 C -0.0082 0.05231 -0.01575 0.05416 -0.01771 0.05463 L -0.02851 0.05787 C -0.03008 0.05949 -0.03138 0.0618 -0.03307 0.06273 C -0.03659 0.06458 -0.04049 0.06389 -0.04388 0.06597 C -0.04479 0.06643 -0.0457 0.06713 -0.04661 0.06759 C -0.04831 0.06828 -0.05469 0.06967 -0.05664 0.07083 C -0.05846 0.07176 -0.07305 0.08171 -0.07825 0.08356 C -0.0806 0.08449 -0.08307 0.08449 -0.08555 0.08518 C -0.08997 0.08634 -0.08958 0.0868 -0.09362 0.08842 C -0.09844 0.09027 -0.09922 0.09027 -0.10443 0.09166 C -0.10599 0.09328 -0.10742 0.09514 -0.10898 0.09652 C -0.11875 0.1044 -0.11055 0.09629 -0.1181 0.10115 C -0.11927 0.10208 -0.12044 0.10347 -0.12161 0.1044 C -0.12318 0.10555 -0.12461 0.10671 -0.12617 0.10764 C -0.13294 0.11967 -0.12643 0.11041 -0.13346 0.11574 C -0.15677 0.13356 -0.12331 0.11342 -0.15963 0.13171 C -0.16237 0.1331 -0.16497 0.13565 -0.16771 0.13657 C -0.17187 0.13819 -0.18034 0.13981 -0.18034 0.13981 C -0.18958 0.14629 -0.17982 0.14027 -0.1931 0.14467 C -0.19518 0.14537 -0.19726 0.14676 -0.19935 0.14791 C -0.20026 0.14838 -0.20117 0.1493 -0.20208 0.14953 C -0.20482 0.15023 -0.20755 0.15046 -0.21028 0.15115 C -0.21146 0.15162 -0.21263 0.15208 -0.2138 0.15277 C -0.21836 0.15532 -0.21758 0.15625 -0.222 0.1574 C -0.22435 0.1581 -0.22682 0.15879 -0.22916 0.15902 L -0.26172 0.16389 L -0.27435 0.16551 C -0.28047 0.16643 -0.28646 0.16713 -0.29245 0.16875 C -0.29453 0.16921 -0.29661 0.1699 -0.29883 0.17037 C -0.30273 0.17106 -0.30664 0.17152 -0.31055 0.17199 C -0.31211 0.17361 -0.31341 0.17546 -0.3151 0.17685 C -0.31823 0.1794 -0.32161 0.18148 -0.325 0.1831 C -0.33021 0.18588 -0.33424 0.1868 -0.33945 0.18796 C -0.35091 0.19606 -0.33659 0.18657 -0.34935 0.19282 C -0.35403 0.19514 -0.35495 0.19861 -0.36028 0.1993 C -0.36927 0.20046 -0.37838 0.20023 -0.38737 0.20092 C -0.39206 0.22569 -0.38711 0.2044 -0.42357 0.2074 C -0.42799 0.20764 -0.42786 0.21134 -0.43255 0.21365 C -0.43489 0.21481 -0.43737 0.21458 -0.43984 0.21527 C -0.44101 0.21574 -0.44219 0.2162 -0.44336 0.2169 C -0.44609 0.21852 -0.4487 0.22106 -0.45156 0.22176 L -0.46328 0.225 C -0.47226 0.23171 -0.46745 0.22847 -0.47773 0.23472 C -0.47864 0.23518 -0.47956 0.23634 -0.48047 0.23634 L -0.48581 0.23634 " pathEditMode="relative" ptsTypes="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5DFA96-E8C4-BAC5-4500-6AC0F948B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118" y="-99152"/>
            <a:ext cx="12269118" cy="69571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DE9A96-EBF6-D14D-E69B-5AD4D250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44" b="93930" l="9744" r="89776">
                        <a14:foregroundMark x1="59904" y1="11661" x2="58147" y2="10064"/>
                        <a14:foregroundMark x1="42492" y1="86581" x2="42492" y2="86581"/>
                        <a14:foregroundMark x1="42971" y1="85783" x2="35942" y2="91853"/>
                        <a14:foregroundMark x1="35942" y1="91853" x2="43610" y2="93770"/>
                        <a14:foregroundMark x1="43610" y1="93770" x2="46166" y2="85463"/>
                        <a14:foregroundMark x1="46166" y1="85463" x2="45847" y2="83227"/>
                        <a14:foregroundMark x1="56070" y1="84185" x2="57508" y2="93930"/>
                        <a14:foregroundMark x1="57508" y1="93930" x2="64696" y2="93770"/>
                        <a14:foregroundMark x1="64696" y1="93770" x2="59904" y2="83067"/>
                        <a14:backgroundMark x1="52077" y1="85623" x2="51597" y2="968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184" y="3671371"/>
            <a:ext cx="1517574" cy="1517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AB9A35-A1AB-5A17-326C-68DD02864E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859" b="89980" l="9735" r="89971">
                        <a14:foregroundMark x1="47493" y1="7859" x2="47493" y2="78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60733">
            <a:off x="3889625" y="3668267"/>
            <a:ext cx="558804" cy="12593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C1FA9F-832C-B5E5-6D7E-4C6C551E23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926" b="98889" l="0" r="98824">
                        <a14:foregroundMark x1="30000" y1="24074" x2="32941" y2="8148"/>
                        <a14:foregroundMark x1="32941" y1="8148" x2="46471" y2="6296"/>
                        <a14:foregroundMark x1="46471" y1="6296" x2="50882" y2="9630"/>
                        <a14:foregroundMark x1="3529" y1="18519" x2="12647" y2="37778"/>
                        <a14:foregroundMark x1="882" y1="31852" x2="2941" y2="35926"/>
                        <a14:foregroundMark x1="90588" y1="6667" x2="87941" y2="18889"/>
                        <a14:foregroundMark x1="95000" y1="16667" x2="89118" y2="28519"/>
                        <a14:foregroundMark x1="89118" y1="28519" x2="89118" y2="28519"/>
                        <a14:foregroundMark x1="90588" y1="85556" x2="91176" y2="98889"/>
                        <a14:foregroundMark x1="95588" y1="86296" x2="98824" y2="896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580" y="2496308"/>
            <a:ext cx="808090" cy="641718"/>
          </a:xfrm>
          <a:prstGeom prst="rect">
            <a:avLst/>
          </a:prstGeom>
        </p:spPr>
      </p:pic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400C829C-C54A-D653-83C8-51BA8B8F211C}"/>
              </a:ext>
            </a:extLst>
          </p:cNvPr>
          <p:cNvSpPr/>
          <p:nvPr/>
        </p:nvSpPr>
        <p:spPr>
          <a:xfrm>
            <a:off x="3756752" y="2864386"/>
            <a:ext cx="2339248" cy="806985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Thanku</a:t>
            </a:r>
            <a:r>
              <a:rPr lang="en-US" dirty="0"/>
              <a:t> for it!</a:t>
            </a:r>
          </a:p>
        </p:txBody>
      </p:sp>
    </p:spTree>
    <p:extLst>
      <p:ext uri="{BB962C8B-B14F-4D97-AF65-F5344CB8AC3E}">
        <p14:creationId xmlns:p14="http://schemas.microsoft.com/office/powerpoint/2010/main" val="1256832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Ayesha azhar khan</dc:creator>
  <cp:lastModifiedBy>Ayesha azhar khan</cp:lastModifiedBy>
  <cp:revision>1</cp:revision>
  <dcterms:created xsi:type="dcterms:W3CDTF">2025-10-14T10:09:03Z</dcterms:created>
  <dcterms:modified xsi:type="dcterms:W3CDTF">2025-10-14T11:31:12Z</dcterms:modified>
</cp:coreProperties>
</file>