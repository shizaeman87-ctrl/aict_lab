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63" d="100"/>
          <a:sy n="63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2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26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897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06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22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262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90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89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168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91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76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EBCA8-8DF5-4DB0-B99E-5906432BE9CA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10F5B-B7FC-430E-AF85-D44AB11BD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16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6696" y="-66014"/>
            <a:ext cx="12425082" cy="696313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37882" y="498764"/>
            <a:ext cx="11275970" cy="5833578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1735892" y="1122218"/>
            <a:ext cx="8879949" cy="4586670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2215097" y="1535409"/>
            <a:ext cx="7701497" cy="3642931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3430221" y="2078182"/>
            <a:ext cx="5491290" cy="2674742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4542662" y="2471813"/>
            <a:ext cx="3383769" cy="2019503"/>
          </a:xfrm>
          <a:prstGeom prst="ellipse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545" y="2487035"/>
            <a:ext cx="2045159" cy="19890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14373">
            <a:off x="7520449" y="3012533"/>
            <a:ext cx="766520" cy="7665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946" y="2882600"/>
            <a:ext cx="1071231" cy="10927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62985">
            <a:off x="9723818" y="4589881"/>
            <a:ext cx="1540168" cy="156232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37140">
            <a:off x="2937758" y="278524"/>
            <a:ext cx="1315421" cy="131542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89761">
            <a:off x="8379320" y="-110992"/>
            <a:ext cx="1735649" cy="167661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179" y="4986116"/>
            <a:ext cx="1373453" cy="134622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096" y="2757863"/>
            <a:ext cx="1259608" cy="127586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266" y="3501271"/>
            <a:ext cx="1161745" cy="11897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8034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5 0.00694 L -0.00065 0.00694 C -0.00534 0.02893 -0.0017 0.00856 -0.00404 0.03958 C -0.0043 0.04398 -0.00495 0.04861 -0.00573 0.05278 C -0.00729 0.06296 -0.00951 0.07268 -0.01146 0.08241 C -0.01211 0.08889 -0.01263 0.09537 -0.01315 0.10185 C -0.01354 0.10579 -0.01289 0.11018 -0.01407 0.11366 C -0.01563 0.11852 -0.01849 0.12153 -0.02071 0.12546 C -0.02175 0.12731 -0.02266 0.13009 -0.02409 0.13125 C -0.02565 0.13287 -0.02748 0.1338 -0.02904 0.13588 C -0.03177 0.13935 -0.0336 0.14467 -0.03659 0.14768 C -0.0487 0.15995 -0.06055 0.16458 -0.07409 0.16991 C -0.07761 0.1713 -0.08125 0.17176 -0.0849 0.17292 C -0.11407 0.17222 -0.14336 0.17662 -0.1724 0.1713 C -0.18542 0.16898 -0.19701 0.15393 -0.2099 0.15069 L -0.22162 0.14768 C -0.22383 0.14606 -0.22591 0.14444 -0.22826 0.14329 C -0.22995 0.14236 -0.23177 0.14329 -0.23321 0.14167 C -0.23438 0.14051 -0.23425 0.13773 -0.2349 0.13588 C -0.24128 0.11991 -0.23867 0.1331 -0.24571 0.10926 C -0.24701 0.10509 -0.24727 0.1 -0.24831 0.09583 C -0.25039 0.08704 -0.25222 0.08472 -0.25495 0.07662 C -0.26354 0.05023 -0.24505 0.09213 -0.2724 0.03796 C -0.27383 0.02917 -0.275 0.02014 -0.27657 0.01134 C -0.27774 0.00509 -0.27956 -0.00093 -0.28164 -0.00625 C -0.28242 -0.00833 -0.28334 -0.01042 -0.28412 -0.01227 C -0.28516 -0.01968 -0.28659 -0.02685 -0.28334 -0.03449 C -0.27852 -0.04537 -0.25703 -0.07153 -0.25078 -0.07894 C -0.24219 -0.08912 -0.23451 -0.10208 -0.22487 -0.10857 C -0.21433 -0.11574 -0.20951 -0.11921 -0.19571 -0.12477 C -0.19141 -0.12662 -0.18685 -0.12662 -0.18242 -0.12778 C -0.1793 -0.1287 -0.1763 -0.12963 -0.17318 -0.13079 C -0.16901 -0.13218 -0.16498 -0.13472 -0.16068 -0.13519 C -0.14545 -0.13681 -0.13021 -0.13611 -0.11485 -0.13658 C -0.09883 -0.13426 -0.08959 -0.13426 -0.07565 -0.1294 C -0.07214 -0.12801 -0.06836 -0.12685 -0.06485 -0.12477 C -0.05456 -0.11921 -0.05625 -0.11667 -0.04492 -0.10857 C -0.04193 -0.10648 -0.0388 -0.10556 -0.03568 -0.10417 C -0.03373 -0.10162 -0.03177 -0.09931 -0.02982 -0.09676 C -0.02045 -0.0831 -0.02591 -0.08704 -0.01992 -0.08333 C -0.01914 -0.08195 -0.00782 -0.05718 -0.00482 -0.04792 C -0.00339 -0.04306 -0.00183 -0.0382 -0.00065 -0.0331 C 0.00013 -0.02963 0.00039 -0.02616 0.00104 -0.02269 C 0.00117 -0.02107 0.00143 -0.01968 0.00182 -0.01829 C 0.00221 -0.01667 0.00299 -0.01528 0.00351 -0.01366 C 0.00442 -0.01088 0.00521 -0.00787 0.00599 -0.00486 C 0.00625 -0.00232 0.0069 1.11111E-6 0.00677 0.00255 C 0.00586 0.01829 0.00586 0.01782 0.00351 0.02616 L 0.00351 0.02616 " pathEditMode="relative" ptsTypes="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-0.00093 L 0.00143 -0.00093 C 0.00117 0.02824 0.00104 0.05741 0.00052 0.08657 C 0.00052 0.08912 0.00039 0.09167 -0.00026 0.09398 C -0.00104 0.0963 -0.00235 0.09792 -0.00365 0.09977 C -0.02422 0.13194 -0.00235 0.09815 -0.02526 0.12639 C -0.03073 0.13333 -0.03464 0.14421 -0.04115 0.14861 C -0.04362 0.15046 -0.04662 0.14977 -0.04948 0.15023 C -0.05326 0.15069 -0.05716 0.15116 -0.06107 0.15162 C -0.06693 0.15417 -0.07279 0.15602 -0.07865 0.15903 C -0.08854 0.16435 -0.08958 0.16829 -0.09948 0.17245 C -0.10326 0.17407 -0.10716 0.17431 -0.11107 0.17546 C -0.11289 0.17593 -0.13112 0.18218 -0.13438 0.18287 C -0.1405 0.1838 -0.14662 0.1838 -0.15274 0.18426 L -0.1819 0.19306 C -0.19024 0.19583 -0.19857 0.19977 -0.2069 0.20208 C -0.20925 0.20255 -0.23659 0.20486 -0.23698 0.20509 C -0.25065 0.20347 -0.26107 0.20417 -0.27357 0.19769 C -0.27539 0.19653 -0.27695 0.19444 -0.27865 0.19306 C -0.28112 0.19097 -0.2836 0.18912 -0.28607 0.18727 C -0.28945 0.18472 -0.29701 0.18009 -0.30026 0.17824 C -0.30248 0.17708 -0.30482 0.17685 -0.3069 0.17546 C -0.31341 0.17083 -0.31966 0.16528 -0.32617 0.16065 C -0.32969 0.15787 -0.33347 0.15602 -0.33698 0.15324 C -0.34011 0.15046 -0.34297 0.14676 -0.3461 0.14421 C -0.34883 0.14213 -0.35169 0.14144 -0.35443 0.13981 C -0.35703 0.13843 -0.35951 0.13681 -0.36198 0.13542 C -0.36367 0.13194 -0.36524 0.12824 -0.36693 0.125 C -0.37331 0.11296 -0.38138 0.10347 -0.38607 0.08958 C -0.38776 0.08449 -0.38945 0.07963 -0.39115 0.07477 C -0.39271 0.07014 -0.39479 0.0662 -0.3961 0.06134 C -0.39727 0.05718 -0.39779 0.05255 -0.39857 0.04792 C -0.39675 0.02083 -0.39531 -0.00648 -0.39284 -0.03333 C -0.39206 -0.04167 -0.39037 -0.04954 -0.38867 -0.05718 C -0.38542 -0.0713 -0.38164 -0.08495 -0.37774 -0.09861 C -0.37552 -0.10671 -0.37448 -0.1169 -0.37031 -0.12222 C -0.36836 -0.12477 -0.36654 -0.12755 -0.36445 -0.12963 C -0.35886 -0.13542 -0.34857 -0.14329 -0.34284 -0.14745 C -0.33841 -0.15069 -0.33399 -0.15417 -0.32943 -0.15625 C -0.32591 -0.1581 -0.32227 -0.15833 -0.31862 -0.15926 C -0.31198 -0.16319 -0.30547 -0.16852 -0.29857 -0.17106 C -0.28464 -0.17662 -0.26211 -0.17639 -0.24857 -0.17708 C -0.24102 -0.17847 -0.22552 -0.18125 -0.22031 -0.18148 C -0.19636 -0.18264 -0.17253 -0.18241 -0.14857 -0.18287 C -0.13763 -0.18148 -0.11875 -0.18148 -0.10612 -0.17407 C -0.10378 -0.17269 -0.10182 -0.16968 -0.09948 -0.16829 C -0.09453 -0.16505 -0.08932 -0.16389 -0.08438 -0.16088 C -0.0793 -0.15764 -0.07005 -0.14838 -0.06524 -0.14444 C -0.05807 -0.13889 -0.05065 -0.13449 -0.04362 -0.12824 C -0.03529 -0.12083 -0.03932 -0.12361 -0.0319 -0.11921 C -0.02891 -0.11389 -0.02552 -0.1088 -0.02279 -0.10301 C -0.0211 -0.09954 -0.01953 -0.09606 -0.01771 -0.09259 C -0.01445 -0.08657 -0.01081 -0.08125 -0.00781 -0.075 C -0.00599 -0.0713 -0.00521 -0.06667 -0.00365 -0.06296 C -0.00235 -0.06019 -0.00065 -0.05833 0.00052 -0.05556 C 0.00208 -0.05231 0.00338 -0.04884 0.00469 -0.04537 C 0.00534 -0.04236 0.00573 -0.03935 0.00638 -0.03634 C 0.00716 -0.03333 0.00833 -0.03056 0.00885 -0.02755 C 0.01185 -0.01296 0.00664 -0.02708 0.01315 -0.01273 C 0.01133 0.0125 0.01562 0.00856 0.00885 0.0125 L 0.00638 0.01389 " pathEditMode="relative" ptsTypes="AAAA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 0.00694 L 0.00248 0.00694 C -0.00026 0.02292 -0.00143 0.03194 -0.00586 0.04699 C -0.00703 0.05069 -0.00885 0.0537 -0.01002 0.05741 C -0.01133 0.06111 -0.01185 0.06574 -0.01341 0.06921 C -0.01771 0.07917 -0.02318 0.0875 -0.02747 0.09745 C -0.0319 0.10741 -0.03398 0.11389 -0.03997 0.12106 C -0.04179 0.12315 -0.04401 0.12384 -0.04583 0.12546 C -0.04765 0.12731 -0.04896 0.13009 -0.05091 0.13148 C -0.06797 0.14398 -0.0681 0.14259 -0.08424 0.14768 C -0.09219 0.1581 -0.10013 0.16898 -0.10833 0.17893 C -0.11172 0.18287 -0.11588 0.18518 -0.11914 0.18935 C -0.13294 0.20648 -0.11614 0.19491 -0.13333 0.20417 C -0.13502 0.20602 -0.13646 0.2088 -0.13841 0.20995 C -0.14153 0.21227 -0.14492 0.21342 -0.14831 0.21435 C -0.15872 0.21782 -0.16614 0.21782 -0.17669 0.21898 C -0.18333 0.22083 -0.19023 0.22153 -0.19674 0.22477 C -0.23763 0.24514 -0.2095 0.23657 -0.22838 0.24398 C -0.23112 0.24514 -0.23385 0.2463 -0.23672 0.24699 C -0.24648 0.25 -0.26732 0.25116 -0.27161 0.25162 C -0.28333 0.25092 -0.29505 0.25116 -0.30664 0.25 C -0.31002 0.24977 -0.31341 0.24861 -0.31666 0.24699 C -0.31901 0.24606 -0.32096 0.24282 -0.32331 0.24259 C -0.33854 0.24097 -0.3539 0.24167 -0.36914 0.2412 C -0.37161 0.24005 -0.37409 0.23889 -0.37669 0.23819 C -0.38112 0.2368 -0.38997 0.23518 -0.38997 0.23518 C -0.39648 0.22708 -0.39544 0.22708 -0.40338 0.22176 C -0.40664 0.21967 -0.41002 0.21782 -0.41328 0.21597 C -0.41523 0.21481 -0.41719 0.21412 -0.41914 0.21296 C -0.42005 0.2125 -0.42083 0.21204 -0.42161 0.21157 C -0.46054 0.18009 -0.43359 0.20324 -0.46002 0.17592 C -0.46549 0.17014 -0.47109 0.16505 -0.47669 0.15972 C -0.47864 0.15764 -0.4806 0.15555 -0.48255 0.1537 L -0.48828 0.14768 C -0.50104 0.11597 -0.47825 0.17384 -0.50247 0.10324 C -0.5056 0.09444 -0.50846 0.08542 -0.51172 0.07662 C -0.51315 0.07245 -0.51484 0.06852 -0.51666 0.06481 C -0.51797 0.06204 -0.51966 0.06018 -0.52083 0.05741 C -0.53932 0.01134 -0.51484 0.06643 -0.52838 0.03657 C -0.52916 0.03264 -0.53034 0.02893 -0.53086 0.02477 C -0.53151 0.01898 -0.53125 0.01296 -0.53164 0.00694 C -0.5319 0.00393 -0.53216 0.00092 -0.53242 -0.00185 C -0.53164 -0.04259 -0.53346 -0.03519 -0.52838 -0.06713 C -0.52734 -0.07315 -0.52695 -0.07986 -0.525 -0.08495 C -0.52344 -0.08866 -0.52057 -0.09005 -0.51836 -0.09236 C -0.50807 -0.10208 -0.49778 -0.11111 -0.4875 -0.1206 C -0.48633 -0.12153 -0.48515 -0.12199 -0.48411 -0.12338 C -0.48216 -0.12639 -0.48034 -0.12963 -0.47838 -0.13241 C -0.47565 -0.13611 -0.47265 -0.13889 -0.47005 -0.14283 C -0.4681 -0.14537 -0.46679 -0.14884 -0.46497 -0.15162 C -0.46367 -0.1537 -0.46211 -0.15533 -0.46081 -0.15764 C -0.45989 -0.15926 -0.4595 -0.16204 -0.45833 -0.16343 C -0.45599 -0.1662 -0.45312 -0.1669 -0.45078 -0.16945 C -0.4487 -0.17176 -0.44713 -0.1757 -0.44505 -0.17824 C -0.43594 -0.18982 -0.4388 -0.18495 -0.42995 -0.19167 C -0.4125 -0.20509 -0.39935 -0.21945 -0.38086 -0.22431 C -0.3737 -0.22616 -0.3664 -0.22523 -0.35911 -0.2257 C -0.34544 -0.22477 -0.30911 -0.22037 -0.29245 -0.22431 C -0.28672 -0.2257 -0.28151 -0.23079 -0.27578 -0.2331 C -0.27291 -0.23426 -0.26979 -0.23403 -0.26666 -0.23449 L -0.24752 -0.2287 C -0.24336 -0.22755 -0.23919 -0.22708 -0.23502 -0.2257 C -0.23281 -0.225 -0.2306 -0.22361 -0.22838 -0.22269 C -0.21732 -0.21852 -0.21849 -0.21898 -0.21002 -0.2169 C -0.18216 -0.20023 -0.22539 -0.22431 -0.18008 -0.20787 C -0.17148 -0.20486 -0.16354 -0.19722 -0.15508 -0.19468 L -0.13086 -0.18727 C -0.1237 -0.17523 -0.11653 -0.1632 -0.10924 -0.15162 C -0.10534 -0.1456 -0.10091 -0.14074 -0.09752 -0.1338 C -0.09323 -0.125 -0.09245 -0.12153 -0.08672 -0.11597 C -0.08268 -0.11204 -0.07825 -0.10949 -0.07422 -0.10556 C -0.07239 -0.10394 -0.07109 -0.10093 -0.06914 -0.09977 C -0.06406 -0.09653 -0.05859 -0.09491 -0.05338 -0.09236 C -0.05052 -0.09097 -0.04765 -0.08982 -0.04505 -0.08796 C -0.03841 -0.08287 -0.03437 -0.07593 -0.02838 -0.06852 C -0.02708 -0.0669 -0.02565 -0.06574 -0.02422 -0.06412 C -0.02083 -0.05533 -0.01719 -0.04676 -0.01419 -0.0375 C -0.01328 -0.03472 -0.01328 -0.03148 -0.0125 -0.0287 C -0.01015 -0.01852 -0.00872 -0.01574 -0.00586 -0.00648 C -0.00495 -0.00347 -0.00416 -0.00046 -0.00338 0.00255 C -0.00299 0.00393 -0.00312 0.00579 -0.00247 0.00694 C -0.00117 0.00949 0.00104 0.01042 0.00248 0.01296 C 0.00521 0.01759 0.00378 0.01736 0.00573 0.01736 " pathEditMode="relative" ptsTypes="AAAAAAAAAAAAAAAAAAAAAAAAAAAAAAAAAAAAAAAAA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99 -0.04768 L -0.00599 -0.04768 C -0.01393 -0.10787 -0.01445 -0.10139 -0.00508 -0.20324 C -0.00404 -0.21574 0.00234 -0.22477 0.00573 -0.23588 C 0.00677 -0.23958 0.0069 -0.24421 0.0082 -0.24768 C 0.01484 -0.26551 0.02565 -0.27546 0.03659 -0.28333 C 0.03971 -0.28541 0.04531 -0.28981 0.04818 -0.29074 C 0.05143 -0.29166 0.05482 -0.29166 0.0582 -0.29213 C 0.07122 -0.29653 0.08555 -0.29491 0.0974 -0.30555 C 0.10404 -0.31134 0.11042 -0.31828 0.11732 -0.32315 C 0.12214 -0.32662 0.12747 -0.32801 0.13242 -0.33055 C 0.13464 -0.33194 0.13672 -0.33403 0.13906 -0.33518 C 0.14258 -0.33657 0.14635 -0.33657 0.14987 -0.33796 C 0.17135 -0.34676 0.15013 -0.34259 0.17161 -0.34537 C 0.17682 -0.34838 0.18203 -0.35162 0.18737 -0.3544 C 0.20404 -0.36273 0.19219 -0.35532 0.20651 -0.3618 C 0.21406 -0.36504 0.22135 -0.37014 0.22904 -0.37222 C 0.23294 -0.37315 0.23685 -0.37315 0.24076 -0.37361 C 0.25104 -0.37708 0.2612 -0.38241 0.27161 -0.38403 C 0.31367 -0.39004 0.31445 -0.38773 0.3474 -0.37963 C 0.35156 -0.37708 0.3556 -0.37407 0.3599 -0.37222 C 0.36289 -0.3706 0.36602 -0.37014 0.36901 -0.36921 C 0.37044 -0.36875 0.37188 -0.36805 0.37318 -0.36759 C 0.38529 -0.36412 0.39036 -0.36342 0.40404 -0.36018 C 0.40938 -0.35787 0.41471 -0.35578 0.41992 -0.35278 C 0.42357 -0.35092 0.42708 -0.34745 0.43073 -0.34537 C 0.43451 -0.34352 0.43854 -0.34305 0.44245 -0.34097 C 0.45482 -0.33449 0.46094 -0.32731 0.4724 -0.32477 C 0.4763 -0.32384 0.48021 -0.32384 0.48411 -0.32315 C 0.49701 -0.31759 0.51237 -0.31041 0.52487 -0.30694 L 0.53581 -0.30393 C 0.55208 -0.29375 0.55951 -0.2919 0.57331 -0.26389 C 0.5763 -0.25787 0.58125 -0.24722 0.5849 -0.24166 C 0.5862 -0.23981 0.58776 -0.23889 0.58906 -0.23727 C 0.59023 -0.23588 0.59128 -0.23426 0.59245 -0.23287 C 0.59596 -0.22847 0.59961 -0.22407 0.60326 -0.21944 C 0.60521 -0.21713 0.60716 -0.21458 0.60911 -0.21203 C 0.61016 -0.21065 0.61133 -0.20926 0.61237 -0.20764 C 0.61458 -0.20416 0.61706 -0.20116 0.61914 -0.19722 C 0.6207 -0.19421 0.62174 -0.19028 0.62331 -0.18703 C 0.62513 -0.18287 0.62708 -0.17893 0.62904 -0.175 C 0.62969 -0.17268 0.63008 -0.17014 0.63073 -0.16759 C 0.63151 -0.16504 0.63255 -0.16296 0.6332 -0.16018 C 0.63372 -0.15833 0.63346 -0.15602 0.63411 -0.1544 C 0.63464 -0.15254 0.63581 -0.15139 0.63659 -0.15 C 0.6375 -0.14815 0.63828 -0.14606 0.63906 -0.14398 C 0.63958 -0.14004 0.64076 -0.13611 0.64076 -0.13217 C 0.64102 -0.11574 0.64063 -0.09953 0.63997 -0.08333 C 0.63971 -0.07916 0.63893 -0.07523 0.63828 -0.07129 C 0.63802 -0.06991 0.63789 -0.06828 0.63737 -0.0669 C 0.63516 -0.06041 0.63242 -0.05416 0.62995 -0.04768 C 0.62799 -0.04282 0.62552 -0.03842 0.62409 -0.03287 C 0.61888 -0.0125 0.61159 0.01736 0.60404 0.03079 C 0.60247 0.0338 0.60052 0.03658 0.59909 0.03982 C 0.59805 0.0419 0.59766 0.04491 0.59661 0.04722 C 0.59036 0.06065 0.59258 0.05209 0.5849 0.06482 C 0.58281 0.06852 0.58138 0.07338 0.57904 0.07685 C 0.57708 0.07963 0.57461 0.08056 0.5724 0.08264 C 0.56927 0.08588 0.56654 0.09051 0.56328 0.09306 C 0.55755 0.09746 0.55143 0.09931 0.5457 0.10347 C 0.54297 0.10533 0.54023 0.10764 0.53737 0.10926 C 0.53464 0.11111 0.52943 0.11297 0.52656 0.11528 C 0.52109 0.11968 0.52109 0.12199 0.51576 0.1257 C 0.5138 0.12685 0.51185 0.12755 0.5099 0.12871 C 0.50742 0.13009 0.50495 0.13195 0.50247 0.1331 C 0.49727 0.13542 0.4918 0.13634 0.48659 0.1375 C 0.46992 0.14584 0.45299 0.15278 0.43659 0.16273 C 0.42604 0.16922 0.41523 0.17477 0.40495 0.18195 C 0.40104 0.18472 0.39792 0.18959 0.39401 0.19236 C 0.39219 0.19352 0.39023 0.19352 0.38828 0.19375 C 0.38099 0.19468 0.37383 0.19491 0.36654 0.19537 L 0.35742 0.19676 C 0.35456 0.19722 0.35169 0.19676 0.34909 0.19815 C 0.34609 0.19977 0.34349 0.20324 0.34076 0.20579 L 0.29323 0.20116 C 0.28333 0.20023 0.28438 0.20023 0.27656 0.19815 C 0.27487 0.19722 0.27331 0.19607 0.27161 0.19537 C 0.27018 0.19468 0.26875 0.19468 0.26745 0.19375 C 0.26393 0.19167 0.26055 0.18959 0.25742 0.18634 C 0.25547 0.18449 0.25365 0.18195 0.25156 0.18056 C 0.24831 0.17801 0.24154 0.17454 0.24154 0.17454 C 0.24023 0.17269 0.23906 0.16991 0.23737 0.16852 C 0.23581 0.16736 0.23411 0.16736 0.23242 0.16713 C 0.21628 0.16574 0.20013 0.16528 0.18411 0.16412 C 0.17005 0.15579 0.19023 0.16852 0.1724 0.15371 C 0.17057 0.15232 0.16849 0.15185 0.16654 0.15093 C 0.16484 0.15 0.16315 0.14908 0.16159 0.14792 C 0.16042 0.14699 0.15938 0.1456 0.1582 0.14491 C 0.1569 0.14422 0.15547 0.14398 0.15404 0.14352 C 0.15208 0.14259 0.15013 0.14144 0.14818 0.14051 C 0.14648 0.13959 0.14492 0.1382 0.14323 0.1375 C 0.14102 0.13658 0.13151 0.13496 0.12995 0.13449 C 0.12487 0.12917 0.11979 0.12408 0.11484 0.11829 C 0.09258 0.09144 0.11471 0.11412 0.09492 0.09306 C 0.06367 0.05972 0.09779 0.09607 0.07565 0.07523 C 0.07344 0.07315 0.07135 0.07014 0.06901 0.06783 C 0.06654 0.06528 0.06393 0.0632 0.06159 0.06042 C 0.05924 0.05787 0.05729 0.05394 0.05482 0.05162 C 0.0526 0.04931 0.04987 0.04861 0.0474 0.04722 C 0.04271 0.03935 0.03776 0.03148 0.0332 0.02338 C 0.02995 0.01783 0.02747 0.01088 0.02409 0.00556 C 0.02214 0.00278 0.0194 0.00209 0.01732 -0.00023 C 0.00716 -0.01203 0.01849 -0.00555 0.00404 -0.01065 L -0.00013 -0.01203 C -0.00156 -0.01736 -0.0013 -0.01875 -0.0043 -0.02106 C -0.00534 -0.02176 -0.00768 -0.02245 -0.00768 -0.02245 " pathEditMode="relative" ptsTypes="AAAAAAAAAAAAAAAAAAAAAAAAAAAAAAAAAAAAAAAAAAAAAAAAAAAAAAAAAAAAA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2 0.00579 L 0.00182 0.00579 C -0.01797 0.00394 -0.03776 0.00394 -0.05742 -1.48148E-6 C -0.07109 -0.00301 -0.08945 -0.01898 -0.10156 -0.02824 C -0.1164 -0.03958 -0.11432 -0.03704 -0.13073 -0.05486 C -0.13932 -0.06435 -0.14883 -0.07129 -0.15651 -0.0831 C -0.16367 -0.09375 -0.16015 -0.08958 -0.16653 -0.09629 C -0.17265 -0.11111 -0.17916 -0.12546 -0.18489 -0.14074 C -0.18594 -0.14375 -0.18711 -0.14676 -0.18828 -0.14977 C -0.18984 -0.1537 -0.19166 -0.15741 -0.19323 -0.16157 C -0.1944 -0.16481 -0.19544 -0.16852 -0.19661 -0.17199 C -0.19739 -0.17477 -0.19791 -0.17824 -0.19909 -0.18079 C -0.20078 -0.18472 -0.20299 -0.18773 -0.20495 -0.1912 C -0.20638 -0.19398 -0.20768 -0.19699 -0.20911 -0.20023 C -0.21666 -0.21782 -0.22226 -0.23379 -0.22903 -0.25347 C -0.23151 -0.26065 -0.23489 -0.27176 -0.23659 -0.28009 C -0.23724 -0.28356 -0.23776 -0.28704 -0.23828 -0.29051 C -0.2388 -0.29491 -0.23893 -0.29954 -0.23984 -0.30393 C -0.24088 -0.30856 -0.24271 -0.31273 -0.24401 -0.31713 C -0.24492 -0.32361 -0.2457 -0.33009 -0.24661 -0.33634 C -0.24726 -0.3419 -0.24831 -0.34722 -0.24909 -0.35278 C -0.24974 -0.35764 -0.25013 -0.3625 -0.25065 -0.36759 C -0.24909 -0.38426 -0.24987 -0.40254 -0.2457 -0.41782 C -0.23411 -0.46157 -0.22318 -0.47384 -0.20403 -0.4993 C -0.2013 -0.50301 -0.19883 -0.50764 -0.1957 -0.50972 C -0.18919 -0.51412 -0.18411 -0.5169 -0.17825 -0.52315 C -0.1737 -0.52778 -0.16927 -0.53264 -0.16484 -0.53796 C -0.15651 -0.54792 -0.1487 -0.55995 -0.13984 -0.56898 C -0.13463 -0.57454 -0.13008 -0.5831 -0.12409 -0.58542 C -0.11784 -0.5875 -0.11237 -0.58958 -0.10573 -0.5912 C -0.09518 -0.59398 -0.08463 -0.59745 -0.07409 -0.59861 C -0.0582 -0.60046 -0.04245 -0.59954 -0.02656 -0.60023 C -0.01849 -0.60254 -0.01015 -0.60324 -0.00234 -0.60764 C 0.01615 -0.61782 0.00794 -0.61551 0.02175 -0.61782 C 0.0293 -0.62477 0.03607 -0.64259 0.04427 -0.63866 C 0.12031 -0.60139 0.09232 -0.61319 0.12761 -0.59861 L 0.17422 -0.60764 C 0.17735 -0.6081 0.18034 -0.60926 0.18347 -0.61042 C 0.20938 -0.62083 0.16706 -0.60555 0.19597 -0.61643 C 0.20222 -0.61875 0.20964 -0.6206 0.21589 -0.62245 L 0.25261 -0.62083 C 0.25794 -0.6206 0.26315 -0.61967 0.26849 -0.61944 L 0.31341 -0.61643 C 0.31758 -0.60903 0.32513 -0.59514 0.33008 -0.58819 C 0.34349 -0.57014 0.33568 -0.58194 0.34675 -0.5706 C 0.34792 -0.56921 0.34883 -0.56713 0.35013 -0.56597 C 0.36537 -0.55254 0.34766 -0.57731 0.37344 -0.54537 C 0.37617 -0.5419 0.37891 -0.53819 0.38177 -0.53495 C 0.41615 -0.49745 0.38841 -0.52893 0.40508 -0.51134 C 0.40873 -0.50741 0.41185 -0.50162 0.41589 -0.4993 L 0.43008 -0.4919 C 0.43646 -0.46667 0.43203 -0.4868 0.43763 -0.44467 C 0.44479 -0.39028 0.43503 -0.4706 0.44258 -0.40903 C 0.44323 -0.40417 0.44336 -0.39884 0.44427 -0.39421 C 0.44531 -0.38889 0.44701 -0.38426 0.44844 -0.3794 C 0.44922 -0.37245 0.44974 -0.36528 0.45091 -0.35856 C 0.45248 -0.35 0.45534 -0.34213 0.45677 -0.33356 C 0.45729 -0.33009 0.45794 -0.32662 0.45847 -0.32315 C 0.45886 -0.31967 0.4599 -0.30671 0.46016 -0.30393 C 0.45951 -0.29352 0.46003 -0.28287 0.45847 -0.27268 C 0.45742 -0.2662 0.4543 -0.26111 0.45261 -0.25486 C 0.45156 -0.25116 0.4513 -0.24676 0.45013 -0.24305 C 0.4487 -0.23889 0.44675 -0.23518 0.44505 -0.23125 C 0.44388 -0.22824 0.44297 -0.22523 0.4418 -0.22245 C 0.43959 -0.21713 0.43698 -0.2118 0.43425 -0.20764 C 0.43203 -0.20393 0.43008 -0.2 0.42761 -0.19722 C 0.41953 -0.18773 0.41094 -0.1794 0.40261 -0.17037 C 0.39896 -0.16667 0.39584 -0.16042 0.3918 -0.15856 C 0.38386 -0.15509 0.38711 -0.15741 0.38177 -0.15278 C 0.38138 -0.15069 0.37748 -0.12708 0.37682 -0.12454 C 0.37435 -0.11667 0.37201 -0.10856 0.36849 -0.10231 C 0.36146 -0.08981 0.35078 -0.08426 0.34258 -0.07569 C 0.33412 -0.0669 0.32604 -0.05671 0.31758 -0.04745 C 0.31185 -0.0412 0.30651 -0.03333 0.30013 -0.02963 C 0.29167 -0.025 0.28034 -0.01852 0.27175 -0.01481 C 0.26849 -0.01366 0.26511 -0.01319 0.26172 -0.01204 C 0.25638 -0.00972 0.25143 -0.00532 0.24597 -0.00463 C 0.21159 0.00023 0.17709 0.00093 0.14258 0.0044 C 0.1362 0.00486 0.12982 0.00625 0.12344 0.00741 L 0.11263 0.0088 C -0.00989 0.00579 -0.0082 0.07755 -0.0082 -0.00301 " pathEditMode="relative" ptsTypes="AAAAAAAAAAAAAAAAAAAAAAAAA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409 -0.00092 L -0.02409 -0.00092 C -0.06732 0.02269 -0.02383 -0.00185 -0.06914 0.0257 C -0.07357 0.02847 -0.07813 0.03009 -0.08242 0.0331 C -0.12279 0.06227 -0.05521 0.02315 -0.12331 0.06435 C -0.12787 0.06713 -0.13282 0.06783 -0.13737 0.07014 C -0.14336 0.07315 -0.14883 0.07917 -0.15495 0.08056 C -0.16237 0.08241 -0.21354 0.08449 -0.22409 0.08496 L -0.24662 0.08796 C -0.28138 0.0919 -0.26628 0.08727 -0.2849 0.09398 L -0.48073 0.08935 C -0.48529 0.08912 -0.48959 0.08519 -0.49414 0.08357 C -0.50078 0.08079 -0.50742 0.07871 -0.51407 0.07616 C -0.51823 0.07431 -0.5224 0.07176 -0.52657 0.07014 C -0.53125 0.06829 -0.53607 0.06736 -0.54076 0.06574 C -0.58216 0.05046 -0.55326 0.05926 -0.57657 0.05232 C -0.57943 0.05046 -0.58203 0.04815 -0.5849 0.04653 C -0.59141 0.04283 -0.5974 0.04121 -0.60404 0.03912 C -0.63477 0.01412 -0.61459 0.0331 -0.63242 0.0125 C -0.63594 0.00834 -0.63998 0.00509 -0.64323 0.00046 C -0.64636 -0.0037 -0.64857 -0.00995 -0.65157 -0.01435 C -0.65274 -0.01597 -0.65443 -0.01597 -0.65573 -0.01713 C -0.66341 -0.02477 -0.6711 -0.03194 -0.67826 -0.04097 C -0.68269 -0.04653 -0.69571 -0.06666 -0.70157 -0.07801 C -0.70586 -0.08634 -0.71055 -0.09398 -0.71407 -0.10324 C -0.7181 -0.11389 -0.72071 -0.12592 -0.72409 -0.13727 C -0.72774 -0.14954 -0.73216 -0.16134 -0.7349 -0.1743 C -0.74649 -0.22824 -0.74193 -0.20231 -0.74909 -0.25139 C -0.75039 -0.33842 -0.75117 -0.2787 -0.74662 -0.35509 C -0.7461 -0.36296 -0.74688 -0.37106 -0.74571 -0.3787 C -0.74349 -0.39398 -0.73985 -0.40833 -0.73659 -0.42315 C -0.73633 -0.42407 -0.7319 -0.44305 -0.72995 -0.44676 C -0.72787 -0.45069 -0.72539 -0.45347 -0.72331 -0.45717 C -0.71953 -0.46389 -0.71628 -0.47153 -0.71237 -0.47801 C -0.70157 -0.49629 -0.69102 -0.51528 -0.67904 -0.53125 C -0.67578 -0.53565 -0.67279 -0.5412 -0.66914 -0.54467 C -0.66654 -0.54676 -0.66354 -0.54653 -0.66081 -0.54768 C -0.65873 -0.54838 -0.6569 -0.54977 -0.65495 -0.55046 C -0.60222 -0.56921 -0.65769 -0.54745 -0.61328 -0.56528 C -0.5612 -0.60903 -0.6375 -0.54629 -0.58412 -0.58611 C -0.58034 -0.58889 -0.57709 -0.59352 -0.57331 -0.59653 C -0.56654 -0.60162 -0.54545 -0.60949 -0.54154 -0.61134 C -0.53568 -0.61389 -0.52995 -0.61736 -0.52409 -0.62014 L -0.48907 -0.63657 C -0.48125 -0.64028 -0.47305 -0.6419 -0.46576 -0.64838 C -0.46407 -0.64977 -0.46263 -0.65231 -0.46081 -0.65278 C -0.44948 -0.65486 -0.43802 -0.65463 -0.42657 -0.65579 L -0.40078 -0.65856 L -0.34245 -0.65416 C -0.26836 -0.64722 -0.38854 -0.65532 -0.29909 -0.64977 C -0.29349 -0.64884 -0.28802 -0.64722 -0.28242 -0.64676 C -0.2694 -0.64583 -0.25625 -0.64699 -0.24323 -0.64537 C -0.23763 -0.64467 -0.23216 -0.6412 -0.22657 -0.63935 C -0.22279 -0.63819 -0.21888 -0.6375 -0.21498 -0.63657 C -0.19388 -0.62407 -0.21745 -0.63727 -0.18907 -0.62454 C -0.17657 -0.61898 -0.16407 -0.61342 -0.15157 -0.60694 C -0.14414 -0.60278 -0.13672 -0.59768 -0.12904 -0.59491 C -0.11224 -0.58889 -0.12084 -0.59143 -0.10326 -0.5875 C -0.10026 -0.58611 -0.09714 -0.58495 -0.09414 -0.5831 C -0.09297 -0.58241 -0.0918 -0.58125 -0.09076 -0.58009 C -0.08295 -0.57199 -0.07513 -0.56366 -0.06745 -0.55509 C -0.06341 -0.55046 -0.05938 -0.54583 -0.05573 -0.54028 C -0.04883 -0.5294 -0.04271 -0.5169 -0.03581 -0.50602 C -0.02878 -0.49514 -0.02123 -0.48565 -0.01407 -0.475 C -0.01068 -0.46991 -0.00742 -0.46412 -0.00404 -0.45879 C -0.00157 -0.45463 0.00065 -0.45023 0.00338 -0.44676 C 0.00586 -0.44398 0.00859 -0.4412 0.01093 -0.43796 C 0.01862 -0.42685 0.02109 -0.42106 0.0276 -0.40833 C 0.03763 -0.36389 0.02942 -0.40231 0.03255 -0.28102 C 0.03294 -0.26666 0.03255 -0.25231 0.03346 -0.23796 C 0.03398 -0.22893 0.03567 -0.22014 0.03672 -0.21134 C 0.03997 -0.1831 0.03633 -0.2037 0.04179 -0.17731 C 0.04036 -0.17129 0.03932 -0.16504 0.03763 -0.15949 C 0.03216 -0.14236 0.02474 -0.12685 0.02005 -0.10903 C 0.01784 -0.10069 0.01575 -0.09213 0.01341 -0.08379 C 0.01185 -0.0787 0.00989 -0.0743 0.00846 -0.06898 C -0.00078 -0.03634 0.01133 -0.07315 0.00338 -0.04977 C 0.00221 -0.04074 0.00195 -0.03588 0.00013 -0.02754 C -0.00117 -0.02199 -0.003 -0.01805 -0.00495 -0.01273 C -0.00586 -0.00579 -0.00612 -0.00486 -0.00664 0.00347 C -0.00664 0.00556 -0.00664 0.00741 -0.00664 0.00949 " pathEditMode="relative" ptsTypes="AAAAAAAAAAAAAAAAAAAAAAAAAAAAAAAAAAAAAAA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8 0.00139 L 0.00248 0.00139 C 0.00521 0.00116 0.01875 0.0007 0.02422 -0.00162 C 0.0336 -0.00555 0.03959 -0.01157 0.04922 -0.01782 C 0.05326 -0.0206 0.05755 -0.02268 0.06172 -0.02523 C 0.06589 -0.02801 0.06992 -0.03194 0.07422 -0.03426 C 0.07722 -0.03588 0.08034 -0.03565 0.08334 -0.03703 C 0.08815 -0.03958 0.09271 -0.04328 0.09753 -0.04606 C 0.10248 -0.04884 0.11628 -0.05486 0.12175 -0.05648 C 0.14141 -0.0618 0.16094 -0.06018 0.18086 -0.06088 C 0.18425 -0.0618 0.1875 -0.06319 0.19089 -0.06389 C 0.19909 -0.06528 0.22357 -0.06643 0.22839 -0.06666 C 0.23477 -0.06018 0.23906 -0.05486 0.24584 -0.05046 C 0.24727 -0.04953 0.2487 -0.04953 0.25 -0.04907 C 0.25196 -0.04815 0.25391 -0.04722 0.25586 -0.04606 C 0.25807 -0.04467 0.26016 -0.04236 0.2625 -0.04166 C 0.27097 -0.03912 0.28607 -0.03842 0.29505 -0.03703 C 0.30169 -0.03634 0.30834 -0.03495 0.31511 -0.03426 C 0.34336 -0.03125 0.35638 -0.03102 0.38425 -0.02963 C 0.3875 -0.02824 0.39102 -0.02731 0.39427 -0.02523 C 0.4013 -0.02083 0.40781 -0.01342 0.41511 -0.01041 C 0.41862 -0.00903 0.4224 -0.0081 0.42591 -0.00602 C 0.4362 -0.00046 0.43946 0.00417 0.44922 0.0088 C 0.45117 0.00972 0.45313 0.00972 0.45508 0.01019 C 0.45651 0.01181 0.45781 0.01343 0.45925 0.01482 C 0.46224 0.01736 0.4655 0.01898 0.46836 0.02222 C 0.47526 0.02986 0.48164 0.03935 0.48841 0.04722 C 0.49636 0.05648 0.50352 0.06852 0.5125 0.07408 C 0.51511 0.07547 0.51758 0.07709 0.52005 0.07847 C 0.52044 0.07847 0.53203 0.0838 0.53425 0.08588 C 0.53711 0.08843 0.53959 0.09236 0.54258 0.09468 C 0.54492 0.09653 0.54753 0.09653 0.55013 0.09769 C 0.55313 0.09908 0.55612 0.1007 0.55925 0.10209 C 0.56198 0.10556 0.56472 0.10926 0.56758 0.1125 C 0.57643 0.12222 0.58164 0.12639 0.59089 0.13472 C 0.59701 0.15093 0.58815 0.12685 0.60013 0.17315 C 0.60143 0.17847 0.60339 0.1831 0.60508 0.18797 C 0.61042 0.20301 0.61159 0.20486 0.61836 0.2206 C 0.62774 0.26644 0.61563 0.21412 0.62669 0.24584 C 0.62839 0.25023 0.62878 0.25579 0.63008 0.26065 C 0.63151 0.26621 0.63347 0.27153 0.63503 0.27685 C 0.63529 0.28195 0.63555 0.28681 0.63594 0.29167 C 0.63633 0.29815 0.63763 0.3044 0.63763 0.31111 C 0.63542 0.48241 0.64662 0.4331 0.63008 0.49908 C 0.6293 0.51111 0.62839 0.52824 0.62513 0.53773 C 0.62227 0.5456 0.61966 0.55371 0.6168 0.56135 C 0.61511 0.56574 0.60899 0.58241 0.60677 0.58658 C 0.60482 0.59005 0.60222 0.59213 0.60013 0.59537 C 0.5974 0.59954 0.59518 0.6044 0.59258 0.6088 C 0.59011 0.61297 0.58737 0.61644 0.58503 0.6206 C 0.58268 0.62477 0.58073 0.62986 0.57839 0.63403 C 0.5763 0.63773 0.57383 0.64074 0.57175 0.64445 C 0.5694 0.64815 0.56745 0.65255 0.56511 0.65625 C 0.56224 0.66042 0.55873 0.66366 0.55586 0.66806 C 0.55404 0.67107 0.55287 0.67547 0.55091 0.67847 C 0.54805 0.68241 0.54453 0.68472 0.5418 0.68889 C 0.53021 0.70533 0.52344 0.72084 0.51094 0.73472 C 0.50729 0.73866 0.50313 0.74051 0.49922 0.74352 C 0.49753 0.74491 0.49597 0.74676 0.49427 0.74815 C 0.47878 0.7588 0.46888 0.75857 0.45 0.76736 C 0.44193 0.77107 0.43399 0.77639 0.42591 0.78056 C 0.41563 0.78588 0.4056 0.79236 0.39505 0.79537 C 0.39167 0.79653 0.38841 0.79722 0.38503 0.79838 C 0.3819 0.79954 0.37904 0.80185 0.37591 0.80278 C 0.36081 0.8081 0.34792 0.80648 0.33177 0.80741 L 0.29258 0.8044 C 0.28334 0.80347 0.27591 0.80255 0.26667 0.80139 C 0.25534 0.79584 0.24414 0.78866 0.23255 0.78519 C 0.20391 0.77639 0.12735 0.78195 0.11419 0.78218 C 0.0862 0.7801 0.05807 0.78033 0.03008 0.77616 C 0.02279 0.775 -0.00859 0.75903 -0.01666 0.75556 C -0.05469 0.73866 -0.02565 0.7551 -0.04752 0.73912 C -0.05052 0.73704 -0.05377 0.73588 -0.05664 0.73334 C -0.06484 0.72593 -0.07278 0.7176 -0.08086 0.70949 C -0.08476 0.70556 -0.08828 0.70023 -0.09245 0.69769 C -0.10846 0.6882 -0.10456 0.69144 -0.12825 0.66667 C -0.13984 0.6544 -0.1569 0.63264 -0.16666 0.61621 C -0.17291 0.60556 -0.17773 0.59236 -0.18411 0.58218 C -0.1901 0.57269 -0.19687 0.5625 -0.20169 0.55093 C -0.2039 0.54537 -0.2056 0.53912 -0.20742 0.53334 C -0.20716 0.52685 -0.20729 0.52037 -0.20664 0.51389 C -0.20534 0.50139 -0.20325 0.48935 -0.20169 0.47685 C -0.20078 0.46945 -0.2 0.46204 -0.19909 0.45463 C -0.19948 0.43056 -0.19883 0.40625 -0.2 0.38218 C -0.20026 0.37732 -0.2026 0.37338 -0.20325 0.36875 C -0.20456 0.36065 -0.20495 0.35209 -0.20586 0.34352 C -0.20325 0.30949 -0.20156 0.27523 -0.19831 0.24144 C -0.197 0.22778 -0.19062 0.20371 -0.1875 0.19097 C -0.18724 0.1875 -0.18724 0.18403 -0.18659 0.18056 C -0.1862 0.17778 -0.18502 0.1757 -0.18411 0.17315 C -0.18138 0.16574 -0.17669 0.15047 -0.17161 0.14352 C -0.16002 0.12824 -0.16484 0.13959 -0.15586 0.1213 C -0.14765 0.10486 -0.14036 0.08681 -0.13164 0.07107 C -0.12799 0.06435 -0.11732 0.0544 -0.1125 0.04885 C -0.10651 0.0419 -0.10638 0.04005 -0.1 0.03403 C -0.097 0.03125 -0.09388 0.02917 -0.09075 0.02662 C -0.06875 0.00787 -0.09323 0.02709 -0.06992 0.01019 C -0.06601 0.00741 -0.06237 0.00347 -0.05833 0.00139 C -0.05456 -0.00046 -0.05052 -0.00046 -0.04661 -0.00162 C -0.04388 -0.00231 -0.04114 -0.00347 -0.03828 -0.00463 C 0.00196 -0.00301 -0.0138 -0.00301 0.00925 -0.00301 " pathEditMode="relative" ptsTypes="AAAAAAAAAAAAAAAAAAAAAAAAAAAAAAAAAAAAAAAAAAAAAAAAAAAAAAAAAAAAAAAAAAAAAAAAAAAAAAAAAAAAAAAAAAAAAAAAAAAAA">
                                      <p:cBhvr>
                                        <p:cTn id="3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00509 L 0.00313 0.00509 C 0.0823 0.03611 0.04493 0.01782 0.10391 0.05092 L 0.1198 0.05972 C 0.12526 0.06296 0.1319 0.06597 0.13724 0.07014 C 0.13959 0.07199 0.1418 0.07407 0.14388 0.07616 C 0.14675 0.07893 0.14961 0.08148 0.15222 0.08495 C 0.16524 0.10208 0.16237 0.10139 0.17396 0.12361 C 0.17735 0.13009 0.18177 0.13542 0.18477 0.14282 C 0.20847 0.20162 0.19532 0.17268 0.20638 0.2125 C 0.2194 0.25833 0.20964 0.21736 0.21732 0.25092 C 0.21888 0.27153 0.21654 0.25092 0.22149 0.27176 C 0.22279 0.27731 0.22357 0.28356 0.22474 0.28935 C 0.22969 0.31319 0.22709 0.29491 0.22982 0.31898 C 0.22696 0.41065 0.22904 0.33403 0.22722 0.42708 C 0.22631 0.48009 0.22735 0.44305 0.22474 0.48055 C 0.22435 0.48588 0.225 0.49167 0.22396 0.49676 C 0.22162 0.50856 0.21706 0.51898 0.21472 0.53079 C 0.21159 0.54745 0.21485 0.53333 0.2073 0.55463 C 0.20378 0.56435 0.20078 0.57454 0.19727 0.58426 C 0.1944 0.59236 0.19076 0.59954 0.18815 0.60787 C 0.18607 0.61412 0.18503 0.62083 0.18308 0.62708 C 0.18112 0.63379 0.17852 0.63981 0.17644 0.64653 C 0.17539 0.64977 0.17526 0.65393 0.17396 0.65671 C 0.17266 0.65949 0.17058 0.66065 0.16888 0.66273 C 0.16771 0.66574 0.15248 0.70694 0.14727 0.71458 C 0.14414 0.71921 0.13998 0.72129 0.13646 0.725 C 0.13086 0.73079 0.125 0.73588 0.1198 0.74259 C 0.10638 0.75972 0.11355 0.75486 0.10391 0.77083 C 0.09336 0.78866 0.09727 0.77986 0.08646 0.79305 C 0.08386 0.79629 0.08177 0.80092 0.07891 0.80347 C 0.07578 0.80602 0.07214 0.80579 0.06888 0.80787 C 0.0543 0.81759 0.04128 0.8331 0.02644 0.8419 C 0.02097 0.84514 0.01524 0.84606 0.00977 0.8493 C -0.02877 0.87222 0.01875 0.85046 -0.02526 0.87315 C -0.02929 0.87523 -0.03359 0.87592 -0.03776 0.87754 C -0.0427 0.8794 -0.04765 0.88148 -0.05273 0.88333 L -0.10351 0.88194 C -0.11406 0.88194 -0.12461 0.88356 -0.13515 0.88333 C -0.17265 0.88264 -0.21015 0.88055 -0.24765 0.87893 C -0.25325 0.87847 -0.25885 0.87754 -0.26432 0.87754 L -0.43606 0.87592 C -0.44192 0.87569 -0.447 0.86875 -0.45273 0.86574 C -0.47955 0.85139 -0.47526 0.85324 -0.49349 0.84792 C -0.50599 0.8375 -0.51875 0.82778 -0.53099 0.81667 C -0.53893 0.80949 -0.54648 0.80069 -0.55429 0.79305 C -0.56614 0.78171 -0.57825 0.77129 -0.5901 0.76042 C -0.59231 0.75856 -0.59479 0.75694 -0.59687 0.75463 C -0.60377 0.74629 -0.6138 0.73333 -0.62187 0.72778 C -0.62474 0.72592 -0.62799 0.72592 -0.63099 0.725 C -0.63789 0.71805 -0.64505 0.7118 -0.65182 0.70417 C -0.65742 0.69792 -0.67604 0.67106 -0.6802 0.66412 C -0.68854 0.65 -0.70429 0.61967 -0.70429 0.61967 C -0.70625 0.6118 -0.70807 0.6037 -0.71015 0.59606 C -0.7181 0.5669 -0.71549 0.5831 -0.71757 0.56782 C -0.71731 0.5625 -0.71731 0.55694 -0.71679 0.55162 C -0.71406 0.52523 -0.71028 0.4993 -0.70768 0.47315 L -0.70599 0.45671 C -0.70547 0.40486 -0.7069 0.35301 -0.70429 0.30139 C -0.70247 0.26481 -0.69609 0.2669 -0.68854 0.24213 C -0.6556 0.13495 -0.69192 0.24236 -0.66679 0.16944 C -0.66536 0.15208 -0.66692 0.15717 -0.65599 0.13981 C -0.64935 0.1294 -0.64205 0.12014 -0.63515 0.11018 C -0.63203 0.10579 -0.62864 0.10208 -0.62604 0.09676 C -0.62408 0.09282 -0.62239 0.08842 -0.62018 0.08495 C -0.61679 0.07963 -0.6125 0.07592 -0.60937 0.07014 C -0.6052 0.0625 -0.60247 0.05278 -0.59843 0.04491 C -0.59492 0.03796 -0.59088 0.03194 -0.58685 0.02569 C -0.58125 0.01713 -0.56653 -0.0044 -0.55846 -0.01273 C -0.5276 -0.04468 -0.54244 -0.03056 -0.51354 -0.04537 C -0.50065 -0.05185 -0.48854 -0.06528 -0.47513 -0.06621 C -0.43489 -0.06875 -0.46015 -0.0669 -0.39935 -0.07199 C -0.38177 -0.07014 -0.36823 -0.06829 -0.35104 -0.06759 L -0.30429 -0.06621 C -0.29492 -0.06667 -0.28541 -0.06644 -0.27604 -0.06759 C -0.27213 -0.06806 -0.26823 -0.06968 -0.26432 -0.0706 L -0.21432 -0.08079 C -0.19244 -0.0794 -0.17044 -0.08009 -0.14856 -0.07639 C -0.10312 -0.06898 -0.12838 -0.06783 -0.10768 -0.06158 C -0.1052 -0.06088 -0.10273 -0.06042 -0.10026 -0.06019 L -0.06601 -0.05579 L -0.04687 -0.04977 C -0.04075 -0.04815 -0.03463 -0.04699 -0.02851 -0.04537 C -0.01172 -0.04097 -0.03802 -0.04699 -0.01692 -0.04236 C -0.01224 -0.0375 -0.01172 -0.03704 -0.0069 -0.03056 C -0.0052 -0.02824 -0.00338 -0.02593 -0.00195 -0.02315 C 0.00677 -0.00648 -0.0013 -0.01458 0.00899 -0.00695 C 0.01081 -0.00278 0.0125 0.00162 0.01472 0.00509 C 0.0155 0.00625 0.01641 0.00694 0.01732 0.00787 L 0.0198 0.01088 " pathEditMode="relative" ptsTypes="AAAAAAAAAAAAAAAAAAAAAAAAAAAAAAAAAAAAAAAAAAAAAAAAAAAAAAAAAAAAAAAAAAAAAAAAAAAAAAAAAAAAAAAAAA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Ayesha azhar khan</cp:lastModifiedBy>
  <cp:revision>8</cp:revision>
  <dcterms:created xsi:type="dcterms:W3CDTF">2025-10-07T17:05:16Z</dcterms:created>
  <dcterms:modified xsi:type="dcterms:W3CDTF">2025-10-14T06:12:09Z</dcterms:modified>
</cp:coreProperties>
</file>